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notesMasterIdLst>
    <p:notesMasterId r:id="rId14"/>
  </p:notesMasterIdLst>
  <p:sldIdLst>
    <p:sldId id="256" r:id="rId2"/>
    <p:sldId id="257" r:id="rId3"/>
    <p:sldId id="271" r:id="rId4"/>
    <p:sldId id="258" r:id="rId5"/>
    <p:sldId id="260" r:id="rId6"/>
    <p:sldId id="261" r:id="rId7"/>
    <p:sldId id="272" r:id="rId8"/>
    <p:sldId id="262" r:id="rId9"/>
    <p:sldId id="263"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5C9444-751B-63AF-74FF-B73D9A2FF13A}" name="DucMinh Le" initials="DL" userId="S::ducminh.le@bellevuecollege.edu::a9f258e6-d617-4983-b181-d82bf2fe20f0" providerId="AD"/>
  <p188:author id="{832F819D-C454-5548-4610-DBB4D85BD3EF}" name="kristina Yankovsky" initials="kY" userId="S::kristina.yankovsky@bellevuecollege.edu::a968511f-f6c3-42e8-820c-9d0c6a40284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868A33-2BE5-DF0D-B8C5-19514EC59B60}" v="22" dt="2025-11-23T21:53:04.317"/>
    <p1510:client id="{26C5C9F6-6EC4-4E93-298F-BCCD0FBADA01}" v="170" dt="2025-11-23T05:13:47.393"/>
    <p1510:client id="{6F34AFA4-9EDA-1B33-10E5-157A4DACDCDF}" v="2437" dt="2025-11-23T00:34:19.452"/>
    <p1510:client id="{8E0ADF37-211B-D89A-1D95-41F556D5CD81}" v="842" dt="2025-11-22T22:51:09.303"/>
    <p1510:client id="{FC0FE23C-9F46-74C2-CD76-90D88FEB2600}" v="104" dt="2025-11-22T21:39:12.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cMinh Le" userId="S::ducminh.le@bellevuecollege.edu::a9f258e6-d617-4983-b181-d82bf2fe20f0" providerId="AD" clId="Web-{17868A33-2BE5-DF0D-B8C5-19514EC59B60}"/>
    <pc:docChg chg="modSld">
      <pc:chgData name="DucMinh Le" userId="S::ducminh.le@bellevuecollege.edu::a9f258e6-d617-4983-b181-d82bf2fe20f0" providerId="AD" clId="Web-{17868A33-2BE5-DF0D-B8C5-19514EC59B60}" dt="2025-11-23T21:53:03.754" v="20" actId="20577"/>
      <pc:docMkLst>
        <pc:docMk/>
      </pc:docMkLst>
      <pc:sldChg chg="modSp">
        <pc:chgData name="DucMinh Le" userId="S::ducminh.le@bellevuecollege.edu::a9f258e6-d617-4983-b181-d82bf2fe20f0" providerId="AD" clId="Web-{17868A33-2BE5-DF0D-B8C5-19514EC59B60}" dt="2025-11-23T21:53:03.754" v="20" actId="20577"/>
        <pc:sldMkLst>
          <pc:docMk/>
          <pc:sldMk cId="1155849182" sldId="263"/>
        </pc:sldMkLst>
        <pc:spChg chg="mod">
          <ac:chgData name="DucMinh Le" userId="S::ducminh.le@bellevuecollege.edu::a9f258e6-d617-4983-b181-d82bf2fe20f0" providerId="AD" clId="Web-{17868A33-2BE5-DF0D-B8C5-19514EC59B60}" dt="2025-11-23T21:53:03.754" v="20" actId="20577"/>
          <ac:spMkLst>
            <pc:docMk/>
            <pc:sldMk cId="1155849182" sldId="263"/>
            <ac:spMk id="3" creationId="{76861B77-2FB3-EC5B-F275-85053A73F6EC}"/>
          </ac:spMkLst>
        </pc:spChg>
      </pc:sldChg>
    </pc:docChg>
  </pc:docChgLst>
  <pc:docChgLst>
    <pc:chgData name="DucMinh Le" userId="S::ducminh.le@bellevuecollege.edu::a9f258e6-d617-4983-b181-d82bf2fe20f0" providerId="AD" clId="Web-{FC0FE23C-9F46-74C2-CD76-90D88FEB2600}"/>
    <pc:docChg chg="modSld">
      <pc:chgData name="DucMinh Le" userId="S::ducminh.le@bellevuecollege.edu::a9f258e6-d617-4983-b181-d82bf2fe20f0" providerId="AD" clId="Web-{FC0FE23C-9F46-74C2-CD76-90D88FEB2600}" dt="2025-11-22T21:39:11.129" v="102" actId="20577"/>
      <pc:docMkLst>
        <pc:docMk/>
      </pc:docMkLst>
      <pc:sldChg chg="modSp modNotes">
        <pc:chgData name="DucMinh Le" userId="S::ducminh.le@bellevuecollege.edu::a9f258e6-d617-4983-b181-d82bf2fe20f0" providerId="AD" clId="Web-{FC0FE23C-9F46-74C2-CD76-90D88FEB2600}" dt="2025-11-22T21:39:11.129" v="102" actId="20577"/>
        <pc:sldMkLst>
          <pc:docMk/>
          <pc:sldMk cId="1386209076" sldId="257"/>
        </pc:sldMkLst>
        <pc:spChg chg="mod">
          <ac:chgData name="DucMinh Le" userId="S::ducminh.le@bellevuecollege.edu::a9f258e6-d617-4983-b181-d82bf2fe20f0" providerId="AD" clId="Web-{FC0FE23C-9F46-74C2-CD76-90D88FEB2600}" dt="2025-11-22T21:39:11.129" v="102" actId="20577"/>
          <ac:spMkLst>
            <pc:docMk/>
            <pc:sldMk cId="1386209076" sldId="257"/>
            <ac:spMk id="3" creationId="{BB785C82-193D-9C8F-FCC9-38C3B5FCD914}"/>
          </ac:spMkLst>
        </pc:spChg>
      </pc:sldChg>
    </pc:docChg>
  </pc:docChgLst>
  <pc:docChgLst>
    <pc:chgData name="DucMinh Le" userId="S::ducminh.le@bellevuecollege.edu::a9f258e6-d617-4983-b181-d82bf2fe20f0" providerId="AD" clId="Web-{8E0ADF37-211B-D89A-1D95-41F556D5CD81}"/>
    <pc:docChg chg="mod addSld delSld modSld">
      <pc:chgData name="DucMinh Le" userId="S::ducminh.le@bellevuecollege.edu::a9f258e6-d617-4983-b181-d82bf2fe20f0" providerId="AD" clId="Web-{8E0ADF37-211B-D89A-1D95-41F556D5CD81}" dt="2025-11-22T22:51:09.303" v="836" actId="20577"/>
      <pc:docMkLst>
        <pc:docMk/>
      </pc:docMkLst>
      <pc:sldChg chg="modSp">
        <pc:chgData name="DucMinh Le" userId="S::ducminh.le@bellevuecollege.edu::a9f258e6-d617-4983-b181-d82bf2fe20f0" providerId="AD" clId="Web-{8E0ADF37-211B-D89A-1D95-41F556D5CD81}" dt="2025-11-22T22:43:32.301" v="605" actId="20577"/>
        <pc:sldMkLst>
          <pc:docMk/>
          <pc:sldMk cId="1386209076" sldId="257"/>
        </pc:sldMkLst>
        <pc:spChg chg="mod">
          <ac:chgData name="DucMinh Le" userId="S::ducminh.le@bellevuecollege.edu::a9f258e6-d617-4983-b181-d82bf2fe20f0" providerId="AD" clId="Web-{8E0ADF37-211B-D89A-1D95-41F556D5CD81}" dt="2025-11-22T22:43:32.301" v="605" actId="20577"/>
          <ac:spMkLst>
            <pc:docMk/>
            <pc:sldMk cId="1386209076" sldId="257"/>
            <ac:spMk id="3" creationId="{BB785C82-193D-9C8F-FCC9-38C3B5FCD914}"/>
          </ac:spMkLst>
        </pc:spChg>
      </pc:sldChg>
      <pc:sldChg chg="modSp">
        <pc:chgData name="DucMinh Le" userId="S::ducminh.le@bellevuecollege.edu::a9f258e6-d617-4983-b181-d82bf2fe20f0" providerId="AD" clId="Web-{8E0ADF37-211B-D89A-1D95-41F556D5CD81}" dt="2025-11-22T22:38:30.764" v="350" actId="20577"/>
        <pc:sldMkLst>
          <pc:docMk/>
          <pc:sldMk cId="3939585300" sldId="258"/>
        </pc:sldMkLst>
        <pc:spChg chg="mod">
          <ac:chgData name="DucMinh Le" userId="S::ducminh.le@bellevuecollege.edu::a9f258e6-d617-4983-b181-d82bf2fe20f0" providerId="AD" clId="Web-{8E0ADF37-211B-D89A-1D95-41F556D5CD81}" dt="2025-11-22T22:38:30.764" v="350" actId="20577"/>
          <ac:spMkLst>
            <pc:docMk/>
            <pc:sldMk cId="3939585300" sldId="258"/>
            <ac:spMk id="3" creationId="{FE6D94A8-E2DA-C0FD-5834-97B42422CA9B}"/>
          </ac:spMkLst>
        </pc:spChg>
      </pc:sldChg>
      <pc:sldChg chg="modSp">
        <pc:chgData name="DucMinh Le" userId="S::ducminh.le@bellevuecollege.edu::a9f258e6-d617-4983-b181-d82bf2fe20f0" providerId="AD" clId="Web-{8E0ADF37-211B-D89A-1D95-41F556D5CD81}" dt="2025-11-22T22:51:09.303" v="836" actId="20577"/>
        <pc:sldMkLst>
          <pc:docMk/>
          <pc:sldMk cId="2226518608" sldId="260"/>
        </pc:sldMkLst>
        <pc:spChg chg="mod">
          <ac:chgData name="DucMinh Le" userId="S::ducminh.le@bellevuecollege.edu::a9f258e6-d617-4983-b181-d82bf2fe20f0" providerId="AD" clId="Web-{8E0ADF37-211B-D89A-1D95-41F556D5CD81}" dt="2025-11-22T22:51:09.303" v="836" actId="20577"/>
          <ac:spMkLst>
            <pc:docMk/>
            <pc:sldMk cId="2226518608" sldId="260"/>
            <ac:spMk id="3" creationId="{8AA1C3F9-6408-1094-7D0A-2956E6A8B7D9}"/>
          </ac:spMkLst>
        </pc:spChg>
      </pc:sldChg>
      <pc:sldChg chg="modSp add replId">
        <pc:chgData name="DucMinh Le" userId="S::ducminh.le@bellevuecollege.edu::a9f258e6-d617-4983-b181-d82bf2fe20f0" providerId="AD" clId="Web-{8E0ADF37-211B-D89A-1D95-41F556D5CD81}" dt="2025-11-22T22:50:19.537" v="809" actId="20577"/>
        <pc:sldMkLst>
          <pc:docMk/>
          <pc:sldMk cId="996854339" sldId="271"/>
        </pc:sldMkLst>
        <pc:spChg chg="mod">
          <ac:chgData name="DucMinh Le" userId="S::ducminh.le@bellevuecollege.edu::a9f258e6-d617-4983-b181-d82bf2fe20f0" providerId="AD" clId="Web-{8E0ADF37-211B-D89A-1D95-41F556D5CD81}" dt="2025-11-22T22:43:44.942" v="611" actId="20577"/>
          <ac:spMkLst>
            <pc:docMk/>
            <pc:sldMk cId="996854339" sldId="271"/>
            <ac:spMk id="2" creationId="{E555CD1C-4516-69D4-9266-D09B8ACB7B6E}"/>
          </ac:spMkLst>
        </pc:spChg>
        <pc:spChg chg="mod">
          <ac:chgData name="DucMinh Le" userId="S::ducminh.le@bellevuecollege.edu::a9f258e6-d617-4983-b181-d82bf2fe20f0" providerId="AD" clId="Web-{8E0ADF37-211B-D89A-1D95-41F556D5CD81}" dt="2025-11-22T22:50:19.537" v="809" actId="20577"/>
          <ac:spMkLst>
            <pc:docMk/>
            <pc:sldMk cId="996854339" sldId="271"/>
            <ac:spMk id="3" creationId="{E006EFEB-45F1-167D-FF63-0AF3C555ADA4}"/>
          </ac:spMkLst>
        </pc:spChg>
      </pc:sldChg>
      <pc:sldChg chg="new del">
        <pc:chgData name="DucMinh Le" userId="S::ducminh.le@bellevuecollege.edu::a9f258e6-d617-4983-b181-d82bf2fe20f0" providerId="AD" clId="Web-{8E0ADF37-211B-D89A-1D95-41F556D5CD81}" dt="2025-11-22T22:43:37.098" v="607"/>
        <pc:sldMkLst>
          <pc:docMk/>
          <pc:sldMk cId="2214596711" sldId="271"/>
        </pc:sldMkLst>
      </pc:sldChg>
    </pc:docChg>
  </pc:docChgLst>
  <pc:docChgLst>
    <pc:chgData name="Cedar Quarmby" userId="d1034287-8c00-4d62-87b0-a9fe2b71c3f6" providerId="ADAL" clId="{FF743D9B-4C67-4538-A6E6-A7EB6D0B8518}"/>
    <pc:docChg chg="undo custSel modSld">
      <pc:chgData name="Cedar Quarmby" userId="d1034287-8c00-4d62-87b0-a9fe2b71c3f6" providerId="ADAL" clId="{FF743D9B-4C67-4538-A6E6-A7EB6D0B8518}" dt="2025-11-19T20:50:16.698" v="35" actId="6549"/>
      <pc:docMkLst>
        <pc:docMk/>
      </pc:docMkLst>
      <pc:sldChg chg="modSp mod">
        <pc:chgData name="Cedar Quarmby" userId="d1034287-8c00-4d62-87b0-a9fe2b71c3f6" providerId="ADAL" clId="{FF743D9B-4C67-4538-A6E6-A7EB6D0B8518}" dt="2025-11-19T20:50:16.698" v="35" actId="6549"/>
        <pc:sldMkLst>
          <pc:docMk/>
          <pc:sldMk cId="109857222" sldId="256"/>
        </pc:sldMkLst>
        <pc:spChg chg="mod">
          <ac:chgData name="Cedar Quarmby" userId="d1034287-8c00-4d62-87b0-a9fe2b71c3f6" providerId="ADAL" clId="{FF743D9B-4C67-4538-A6E6-A7EB6D0B8518}" dt="2025-11-19T20:50:05.553" v="15"/>
          <ac:spMkLst>
            <pc:docMk/>
            <pc:sldMk cId="109857222" sldId="256"/>
            <ac:spMk id="2" creationId="{00000000-0000-0000-0000-000000000000}"/>
          </ac:spMkLst>
        </pc:spChg>
        <pc:spChg chg="mod">
          <ac:chgData name="Cedar Quarmby" userId="d1034287-8c00-4d62-87b0-a9fe2b71c3f6" providerId="ADAL" clId="{FF743D9B-4C67-4538-A6E6-A7EB6D0B8518}" dt="2025-11-19T20:50:16.698" v="35" actId="6549"/>
          <ac:spMkLst>
            <pc:docMk/>
            <pc:sldMk cId="109857222" sldId="256"/>
            <ac:spMk id="3" creationId="{00000000-0000-0000-0000-000000000000}"/>
          </ac:spMkLst>
        </pc:spChg>
      </pc:sldChg>
      <pc:sldChg chg="modSp">
        <pc:chgData name="Cedar Quarmby" userId="d1034287-8c00-4d62-87b0-a9fe2b71c3f6" providerId="ADAL" clId="{FF743D9B-4C67-4538-A6E6-A7EB6D0B8518}" dt="2025-11-19T20:50:05.553" v="15"/>
        <pc:sldMkLst>
          <pc:docMk/>
          <pc:sldMk cId="1386209076" sldId="257"/>
        </pc:sldMkLst>
        <pc:spChg chg="mod">
          <ac:chgData name="Cedar Quarmby" userId="d1034287-8c00-4d62-87b0-a9fe2b71c3f6" providerId="ADAL" clId="{FF743D9B-4C67-4538-A6E6-A7EB6D0B8518}" dt="2025-11-19T20:50:05.553" v="15"/>
          <ac:spMkLst>
            <pc:docMk/>
            <pc:sldMk cId="1386209076" sldId="257"/>
            <ac:spMk id="2" creationId="{BCAB4825-A0AD-1F4D-4451-65260D5C1700}"/>
          </ac:spMkLst>
        </pc:spChg>
        <pc:spChg chg="mod">
          <ac:chgData name="Cedar Quarmby" userId="d1034287-8c00-4d62-87b0-a9fe2b71c3f6" providerId="ADAL" clId="{FF743D9B-4C67-4538-A6E6-A7EB6D0B8518}" dt="2025-11-19T20:50:05.553" v="15"/>
          <ac:spMkLst>
            <pc:docMk/>
            <pc:sldMk cId="1386209076" sldId="257"/>
            <ac:spMk id="3" creationId="{BB785C82-193D-9C8F-FCC9-38C3B5FCD914}"/>
          </ac:spMkLst>
        </pc:spChg>
        <pc:spChg chg="mod">
          <ac:chgData name="Cedar Quarmby" userId="d1034287-8c00-4d62-87b0-a9fe2b71c3f6" providerId="ADAL" clId="{FF743D9B-4C67-4538-A6E6-A7EB6D0B8518}" dt="2025-11-19T20:50:05.553" v="15"/>
          <ac:spMkLst>
            <pc:docMk/>
            <pc:sldMk cId="1386209076" sldId="257"/>
            <ac:spMk id="4" creationId="{E4552B5E-A537-E72C-BEA0-4B24B8FF840E}"/>
          </ac:spMkLst>
        </pc:spChg>
        <pc:spChg chg="mod">
          <ac:chgData name="Cedar Quarmby" userId="d1034287-8c00-4d62-87b0-a9fe2b71c3f6" providerId="ADAL" clId="{FF743D9B-4C67-4538-A6E6-A7EB6D0B8518}" dt="2025-11-19T20:50:05.553" v="15"/>
          <ac:spMkLst>
            <pc:docMk/>
            <pc:sldMk cId="1386209076" sldId="257"/>
            <ac:spMk id="5" creationId="{20CEEC94-492D-977C-7CE6-C1F3ED0E8CD0}"/>
          </ac:spMkLst>
        </pc:spChg>
        <pc:spChg chg="mod">
          <ac:chgData name="Cedar Quarmby" userId="d1034287-8c00-4d62-87b0-a9fe2b71c3f6" providerId="ADAL" clId="{FF743D9B-4C67-4538-A6E6-A7EB6D0B8518}" dt="2025-11-19T20:50:05.553" v="15"/>
          <ac:spMkLst>
            <pc:docMk/>
            <pc:sldMk cId="1386209076" sldId="257"/>
            <ac:spMk id="6" creationId="{7ED69943-C493-BA89-41EB-89262FBEA32C}"/>
          </ac:spMkLst>
        </pc:spChg>
      </pc:sldChg>
      <pc:sldChg chg="modSp">
        <pc:chgData name="Cedar Quarmby" userId="d1034287-8c00-4d62-87b0-a9fe2b71c3f6" providerId="ADAL" clId="{FF743D9B-4C67-4538-A6E6-A7EB6D0B8518}" dt="2025-11-19T20:50:05.553" v="15"/>
        <pc:sldMkLst>
          <pc:docMk/>
          <pc:sldMk cId="3939585300" sldId="258"/>
        </pc:sldMkLst>
        <pc:spChg chg="mod">
          <ac:chgData name="Cedar Quarmby" userId="d1034287-8c00-4d62-87b0-a9fe2b71c3f6" providerId="ADAL" clId="{FF743D9B-4C67-4538-A6E6-A7EB6D0B8518}" dt="2025-11-19T20:50:05.553" v="15"/>
          <ac:spMkLst>
            <pc:docMk/>
            <pc:sldMk cId="3939585300" sldId="258"/>
            <ac:spMk id="2" creationId="{4236F350-043C-6520-F2BC-62B32C453102}"/>
          </ac:spMkLst>
        </pc:spChg>
        <pc:spChg chg="mod">
          <ac:chgData name="Cedar Quarmby" userId="d1034287-8c00-4d62-87b0-a9fe2b71c3f6" providerId="ADAL" clId="{FF743D9B-4C67-4538-A6E6-A7EB6D0B8518}" dt="2025-11-19T20:50:05.553" v="15"/>
          <ac:spMkLst>
            <pc:docMk/>
            <pc:sldMk cId="3939585300" sldId="258"/>
            <ac:spMk id="3" creationId="{FE6D94A8-E2DA-C0FD-5834-97B42422CA9B}"/>
          </ac:spMkLst>
        </pc:spChg>
        <pc:spChg chg="mod">
          <ac:chgData name="Cedar Quarmby" userId="d1034287-8c00-4d62-87b0-a9fe2b71c3f6" providerId="ADAL" clId="{FF743D9B-4C67-4538-A6E6-A7EB6D0B8518}" dt="2025-11-19T20:50:05.553" v="15"/>
          <ac:spMkLst>
            <pc:docMk/>
            <pc:sldMk cId="3939585300" sldId="258"/>
            <ac:spMk id="4" creationId="{04B77F54-E10C-F5B5-0816-9906BD62003D}"/>
          </ac:spMkLst>
        </pc:spChg>
        <pc:spChg chg="mod">
          <ac:chgData name="Cedar Quarmby" userId="d1034287-8c00-4d62-87b0-a9fe2b71c3f6" providerId="ADAL" clId="{FF743D9B-4C67-4538-A6E6-A7EB6D0B8518}" dt="2025-11-19T20:50:05.553" v="15"/>
          <ac:spMkLst>
            <pc:docMk/>
            <pc:sldMk cId="3939585300" sldId="258"/>
            <ac:spMk id="5" creationId="{5C00B43E-FC4B-1057-09C2-76BBB41FFB6F}"/>
          </ac:spMkLst>
        </pc:spChg>
        <pc:spChg chg="mod">
          <ac:chgData name="Cedar Quarmby" userId="d1034287-8c00-4d62-87b0-a9fe2b71c3f6" providerId="ADAL" clId="{FF743D9B-4C67-4538-A6E6-A7EB6D0B8518}" dt="2025-11-19T20:50:05.553" v="15"/>
          <ac:spMkLst>
            <pc:docMk/>
            <pc:sldMk cId="3939585300" sldId="258"/>
            <ac:spMk id="6" creationId="{DB2DA4FD-23CF-7918-3DD7-792C5655562D}"/>
          </ac:spMkLst>
        </pc:spChg>
      </pc:sldChg>
      <pc:sldChg chg="modSp">
        <pc:chgData name="Cedar Quarmby" userId="d1034287-8c00-4d62-87b0-a9fe2b71c3f6" providerId="ADAL" clId="{FF743D9B-4C67-4538-A6E6-A7EB6D0B8518}" dt="2025-11-19T20:50:05.553" v="15"/>
        <pc:sldMkLst>
          <pc:docMk/>
          <pc:sldMk cId="2226518608" sldId="260"/>
        </pc:sldMkLst>
        <pc:spChg chg="mod">
          <ac:chgData name="Cedar Quarmby" userId="d1034287-8c00-4d62-87b0-a9fe2b71c3f6" providerId="ADAL" clId="{FF743D9B-4C67-4538-A6E6-A7EB6D0B8518}" dt="2025-11-19T20:50:05.553" v="15"/>
          <ac:spMkLst>
            <pc:docMk/>
            <pc:sldMk cId="2226518608" sldId="260"/>
            <ac:spMk id="2" creationId="{B3EC1F81-F489-993B-A476-9D82E71DB68B}"/>
          </ac:spMkLst>
        </pc:spChg>
        <pc:spChg chg="mod">
          <ac:chgData name="Cedar Quarmby" userId="d1034287-8c00-4d62-87b0-a9fe2b71c3f6" providerId="ADAL" clId="{FF743D9B-4C67-4538-A6E6-A7EB6D0B8518}" dt="2025-11-19T20:50:05.553" v="15"/>
          <ac:spMkLst>
            <pc:docMk/>
            <pc:sldMk cId="2226518608" sldId="260"/>
            <ac:spMk id="3" creationId="{8AA1C3F9-6408-1094-7D0A-2956E6A8B7D9}"/>
          </ac:spMkLst>
        </pc:spChg>
        <pc:spChg chg="mod">
          <ac:chgData name="Cedar Quarmby" userId="d1034287-8c00-4d62-87b0-a9fe2b71c3f6" providerId="ADAL" clId="{FF743D9B-4C67-4538-A6E6-A7EB6D0B8518}" dt="2025-11-19T20:50:05.553" v="15"/>
          <ac:spMkLst>
            <pc:docMk/>
            <pc:sldMk cId="2226518608" sldId="260"/>
            <ac:spMk id="4" creationId="{F0E74F15-3EE1-AC0C-E861-F50D3F0166E2}"/>
          </ac:spMkLst>
        </pc:spChg>
        <pc:spChg chg="mod">
          <ac:chgData name="Cedar Quarmby" userId="d1034287-8c00-4d62-87b0-a9fe2b71c3f6" providerId="ADAL" clId="{FF743D9B-4C67-4538-A6E6-A7EB6D0B8518}" dt="2025-11-19T20:50:05.553" v="15"/>
          <ac:spMkLst>
            <pc:docMk/>
            <pc:sldMk cId="2226518608" sldId="260"/>
            <ac:spMk id="5" creationId="{6DF19807-C6C9-E6C8-DACB-D0D6B715AB54}"/>
          </ac:spMkLst>
        </pc:spChg>
        <pc:spChg chg="mod">
          <ac:chgData name="Cedar Quarmby" userId="d1034287-8c00-4d62-87b0-a9fe2b71c3f6" providerId="ADAL" clId="{FF743D9B-4C67-4538-A6E6-A7EB6D0B8518}" dt="2025-11-19T20:50:05.553" v="15"/>
          <ac:spMkLst>
            <pc:docMk/>
            <pc:sldMk cId="2226518608" sldId="260"/>
            <ac:spMk id="6" creationId="{5CB95737-5BA8-9ED5-8649-1C224004088A}"/>
          </ac:spMkLst>
        </pc:spChg>
      </pc:sldChg>
      <pc:sldChg chg="modSp">
        <pc:chgData name="Cedar Quarmby" userId="d1034287-8c00-4d62-87b0-a9fe2b71c3f6" providerId="ADAL" clId="{FF743D9B-4C67-4538-A6E6-A7EB6D0B8518}" dt="2025-11-19T20:50:05.553" v="15"/>
        <pc:sldMkLst>
          <pc:docMk/>
          <pc:sldMk cId="3677104657" sldId="261"/>
        </pc:sldMkLst>
        <pc:spChg chg="mod">
          <ac:chgData name="Cedar Quarmby" userId="d1034287-8c00-4d62-87b0-a9fe2b71c3f6" providerId="ADAL" clId="{FF743D9B-4C67-4538-A6E6-A7EB6D0B8518}" dt="2025-11-19T20:50:05.553" v="15"/>
          <ac:spMkLst>
            <pc:docMk/>
            <pc:sldMk cId="3677104657" sldId="261"/>
            <ac:spMk id="2" creationId="{A6533E79-ABB5-B07D-8077-5891ED83634F}"/>
          </ac:spMkLst>
        </pc:spChg>
        <pc:spChg chg="mod">
          <ac:chgData name="Cedar Quarmby" userId="d1034287-8c00-4d62-87b0-a9fe2b71c3f6" providerId="ADAL" clId="{FF743D9B-4C67-4538-A6E6-A7EB6D0B8518}" dt="2025-11-19T20:50:05.553" v="15"/>
          <ac:spMkLst>
            <pc:docMk/>
            <pc:sldMk cId="3677104657" sldId="261"/>
            <ac:spMk id="3" creationId="{EC07CFEC-319C-DF6B-46B8-0A388E7F7010}"/>
          </ac:spMkLst>
        </pc:spChg>
        <pc:spChg chg="mod">
          <ac:chgData name="Cedar Quarmby" userId="d1034287-8c00-4d62-87b0-a9fe2b71c3f6" providerId="ADAL" clId="{FF743D9B-4C67-4538-A6E6-A7EB6D0B8518}" dt="2025-11-19T20:50:05.553" v="15"/>
          <ac:spMkLst>
            <pc:docMk/>
            <pc:sldMk cId="3677104657" sldId="261"/>
            <ac:spMk id="4" creationId="{9105A76D-E000-84DB-3B69-453CCFA3D4BB}"/>
          </ac:spMkLst>
        </pc:spChg>
        <pc:spChg chg="mod">
          <ac:chgData name="Cedar Quarmby" userId="d1034287-8c00-4d62-87b0-a9fe2b71c3f6" providerId="ADAL" clId="{FF743D9B-4C67-4538-A6E6-A7EB6D0B8518}" dt="2025-11-19T20:50:05.553" v="15"/>
          <ac:spMkLst>
            <pc:docMk/>
            <pc:sldMk cId="3677104657" sldId="261"/>
            <ac:spMk id="5" creationId="{C3BF62F7-F948-1BFE-25DD-FEDDCC96985D}"/>
          </ac:spMkLst>
        </pc:spChg>
        <pc:spChg chg="mod">
          <ac:chgData name="Cedar Quarmby" userId="d1034287-8c00-4d62-87b0-a9fe2b71c3f6" providerId="ADAL" clId="{FF743D9B-4C67-4538-A6E6-A7EB6D0B8518}" dt="2025-11-19T20:50:05.553" v="15"/>
          <ac:spMkLst>
            <pc:docMk/>
            <pc:sldMk cId="3677104657" sldId="261"/>
            <ac:spMk id="6" creationId="{29ECCB7A-FCAE-2C50-BB7F-FFC91CEB99CB}"/>
          </ac:spMkLst>
        </pc:spChg>
      </pc:sldChg>
      <pc:sldChg chg="modSp">
        <pc:chgData name="Cedar Quarmby" userId="d1034287-8c00-4d62-87b0-a9fe2b71c3f6" providerId="ADAL" clId="{FF743D9B-4C67-4538-A6E6-A7EB6D0B8518}" dt="2025-11-19T20:50:05.553" v="15"/>
        <pc:sldMkLst>
          <pc:docMk/>
          <pc:sldMk cId="2200103933" sldId="262"/>
        </pc:sldMkLst>
        <pc:spChg chg="mod">
          <ac:chgData name="Cedar Quarmby" userId="d1034287-8c00-4d62-87b0-a9fe2b71c3f6" providerId="ADAL" clId="{FF743D9B-4C67-4538-A6E6-A7EB6D0B8518}" dt="2025-11-19T20:50:05.553" v="15"/>
          <ac:spMkLst>
            <pc:docMk/>
            <pc:sldMk cId="2200103933" sldId="262"/>
            <ac:spMk id="2" creationId="{F4972D7F-FF55-0CC3-0AF5-2ECCE50DBF92}"/>
          </ac:spMkLst>
        </pc:spChg>
        <pc:spChg chg="mod">
          <ac:chgData name="Cedar Quarmby" userId="d1034287-8c00-4d62-87b0-a9fe2b71c3f6" providerId="ADAL" clId="{FF743D9B-4C67-4538-A6E6-A7EB6D0B8518}" dt="2025-11-19T20:50:05.553" v="15"/>
          <ac:spMkLst>
            <pc:docMk/>
            <pc:sldMk cId="2200103933" sldId="262"/>
            <ac:spMk id="3" creationId="{3D7F925D-26FB-A9EE-D070-7BAEE487EBCE}"/>
          </ac:spMkLst>
        </pc:spChg>
        <pc:spChg chg="mod">
          <ac:chgData name="Cedar Quarmby" userId="d1034287-8c00-4d62-87b0-a9fe2b71c3f6" providerId="ADAL" clId="{FF743D9B-4C67-4538-A6E6-A7EB6D0B8518}" dt="2025-11-19T20:50:05.553" v="15"/>
          <ac:spMkLst>
            <pc:docMk/>
            <pc:sldMk cId="2200103933" sldId="262"/>
            <ac:spMk id="4" creationId="{B97E37C5-6F97-9AEC-F72D-FC241EF2C559}"/>
          </ac:spMkLst>
        </pc:spChg>
        <pc:spChg chg="mod">
          <ac:chgData name="Cedar Quarmby" userId="d1034287-8c00-4d62-87b0-a9fe2b71c3f6" providerId="ADAL" clId="{FF743D9B-4C67-4538-A6E6-A7EB6D0B8518}" dt="2025-11-19T20:50:05.553" v="15"/>
          <ac:spMkLst>
            <pc:docMk/>
            <pc:sldMk cId="2200103933" sldId="262"/>
            <ac:spMk id="5" creationId="{B7F2E1D5-A7F4-C9AA-F984-10DB61A5A0E6}"/>
          </ac:spMkLst>
        </pc:spChg>
        <pc:spChg chg="mod">
          <ac:chgData name="Cedar Quarmby" userId="d1034287-8c00-4d62-87b0-a9fe2b71c3f6" providerId="ADAL" clId="{FF743D9B-4C67-4538-A6E6-A7EB6D0B8518}" dt="2025-11-19T20:50:05.553" v="15"/>
          <ac:spMkLst>
            <pc:docMk/>
            <pc:sldMk cId="2200103933" sldId="262"/>
            <ac:spMk id="6" creationId="{004CEC30-8EF3-9BDA-BEB2-5A099B3762A8}"/>
          </ac:spMkLst>
        </pc:spChg>
      </pc:sldChg>
      <pc:sldChg chg="modSp">
        <pc:chgData name="Cedar Quarmby" userId="d1034287-8c00-4d62-87b0-a9fe2b71c3f6" providerId="ADAL" clId="{FF743D9B-4C67-4538-A6E6-A7EB6D0B8518}" dt="2025-11-19T20:50:05.553" v="15"/>
        <pc:sldMkLst>
          <pc:docMk/>
          <pc:sldMk cId="1155849182" sldId="263"/>
        </pc:sldMkLst>
        <pc:spChg chg="mod">
          <ac:chgData name="Cedar Quarmby" userId="d1034287-8c00-4d62-87b0-a9fe2b71c3f6" providerId="ADAL" clId="{FF743D9B-4C67-4538-A6E6-A7EB6D0B8518}" dt="2025-11-19T20:50:05.553" v="15"/>
          <ac:spMkLst>
            <pc:docMk/>
            <pc:sldMk cId="1155849182" sldId="263"/>
            <ac:spMk id="2" creationId="{B8245CB5-0A91-BD1D-615C-FBAF0254B661}"/>
          </ac:spMkLst>
        </pc:spChg>
        <pc:spChg chg="mod">
          <ac:chgData name="Cedar Quarmby" userId="d1034287-8c00-4d62-87b0-a9fe2b71c3f6" providerId="ADAL" clId="{FF743D9B-4C67-4538-A6E6-A7EB6D0B8518}" dt="2025-11-19T20:50:05.553" v="15"/>
          <ac:spMkLst>
            <pc:docMk/>
            <pc:sldMk cId="1155849182" sldId="263"/>
            <ac:spMk id="3" creationId="{76861B77-2FB3-EC5B-F275-85053A73F6EC}"/>
          </ac:spMkLst>
        </pc:spChg>
        <pc:spChg chg="mod">
          <ac:chgData name="Cedar Quarmby" userId="d1034287-8c00-4d62-87b0-a9fe2b71c3f6" providerId="ADAL" clId="{FF743D9B-4C67-4538-A6E6-A7EB6D0B8518}" dt="2025-11-19T20:50:05.553" v="15"/>
          <ac:spMkLst>
            <pc:docMk/>
            <pc:sldMk cId="1155849182" sldId="263"/>
            <ac:spMk id="4" creationId="{D5CFACC7-2455-DE2A-002E-3A7B8113E6B9}"/>
          </ac:spMkLst>
        </pc:spChg>
        <pc:spChg chg="mod">
          <ac:chgData name="Cedar Quarmby" userId="d1034287-8c00-4d62-87b0-a9fe2b71c3f6" providerId="ADAL" clId="{FF743D9B-4C67-4538-A6E6-A7EB6D0B8518}" dt="2025-11-19T20:50:05.553" v="15"/>
          <ac:spMkLst>
            <pc:docMk/>
            <pc:sldMk cId="1155849182" sldId="263"/>
            <ac:spMk id="5" creationId="{2520BD0D-1442-B279-DC08-18B4FECED4E6}"/>
          </ac:spMkLst>
        </pc:spChg>
        <pc:spChg chg="mod">
          <ac:chgData name="Cedar Quarmby" userId="d1034287-8c00-4d62-87b0-a9fe2b71c3f6" providerId="ADAL" clId="{FF743D9B-4C67-4538-A6E6-A7EB6D0B8518}" dt="2025-11-19T20:50:05.553" v="15"/>
          <ac:spMkLst>
            <pc:docMk/>
            <pc:sldMk cId="1155849182" sldId="263"/>
            <ac:spMk id="6" creationId="{3DF3A079-19B2-00DE-A0D4-7E4E44CB87B9}"/>
          </ac:spMkLst>
        </pc:spChg>
      </pc:sldChg>
      <pc:sldChg chg="modSp">
        <pc:chgData name="Cedar Quarmby" userId="d1034287-8c00-4d62-87b0-a9fe2b71c3f6" providerId="ADAL" clId="{FF743D9B-4C67-4538-A6E6-A7EB6D0B8518}" dt="2025-11-19T20:50:05.553" v="15"/>
        <pc:sldMkLst>
          <pc:docMk/>
          <pc:sldMk cId="404979907" sldId="267"/>
        </pc:sldMkLst>
        <pc:spChg chg="mod">
          <ac:chgData name="Cedar Quarmby" userId="d1034287-8c00-4d62-87b0-a9fe2b71c3f6" providerId="ADAL" clId="{FF743D9B-4C67-4538-A6E6-A7EB6D0B8518}" dt="2025-11-19T20:50:05.553" v="15"/>
          <ac:spMkLst>
            <pc:docMk/>
            <pc:sldMk cId="404979907" sldId="267"/>
            <ac:spMk id="2" creationId="{1E0E2062-6568-54AA-BA22-8B0E98F405E5}"/>
          </ac:spMkLst>
        </pc:spChg>
        <pc:spChg chg="mod">
          <ac:chgData name="Cedar Quarmby" userId="d1034287-8c00-4d62-87b0-a9fe2b71c3f6" providerId="ADAL" clId="{FF743D9B-4C67-4538-A6E6-A7EB6D0B8518}" dt="2025-11-19T20:50:05.553" v="15"/>
          <ac:spMkLst>
            <pc:docMk/>
            <pc:sldMk cId="404979907" sldId="267"/>
            <ac:spMk id="3" creationId="{F35A7BCC-D879-DC2A-6208-977AB5177EE0}"/>
          </ac:spMkLst>
        </pc:spChg>
        <pc:spChg chg="mod">
          <ac:chgData name="Cedar Quarmby" userId="d1034287-8c00-4d62-87b0-a9fe2b71c3f6" providerId="ADAL" clId="{FF743D9B-4C67-4538-A6E6-A7EB6D0B8518}" dt="2025-11-19T20:50:05.553" v="15"/>
          <ac:spMkLst>
            <pc:docMk/>
            <pc:sldMk cId="404979907" sldId="267"/>
            <ac:spMk id="4" creationId="{9102CF2D-7DFE-9599-47AD-439F1B0DEF82}"/>
          </ac:spMkLst>
        </pc:spChg>
        <pc:spChg chg="mod">
          <ac:chgData name="Cedar Quarmby" userId="d1034287-8c00-4d62-87b0-a9fe2b71c3f6" providerId="ADAL" clId="{FF743D9B-4C67-4538-A6E6-A7EB6D0B8518}" dt="2025-11-19T20:50:05.553" v="15"/>
          <ac:spMkLst>
            <pc:docMk/>
            <pc:sldMk cId="404979907" sldId="267"/>
            <ac:spMk id="5" creationId="{169BDCBE-4347-BF07-F817-43276E7A0645}"/>
          </ac:spMkLst>
        </pc:spChg>
        <pc:spChg chg="mod">
          <ac:chgData name="Cedar Quarmby" userId="d1034287-8c00-4d62-87b0-a9fe2b71c3f6" providerId="ADAL" clId="{FF743D9B-4C67-4538-A6E6-A7EB6D0B8518}" dt="2025-11-19T20:50:05.553" v="15"/>
          <ac:spMkLst>
            <pc:docMk/>
            <pc:sldMk cId="404979907" sldId="267"/>
            <ac:spMk id="6" creationId="{873A528E-20A6-9E58-127D-FC864D418D15}"/>
          </ac:spMkLst>
        </pc:spChg>
      </pc:sldChg>
      <pc:sldChg chg="modSp">
        <pc:chgData name="Cedar Quarmby" userId="d1034287-8c00-4d62-87b0-a9fe2b71c3f6" providerId="ADAL" clId="{FF743D9B-4C67-4538-A6E6-A7EB6D0B8518}" dt="2025-11-19T20:50:05.553" v="15"/>
        <pc:sldMkLst>
          <pc:docMk/>
          <pc:sldMk cId="49926023" sldId="268"/>
        </pc:sldMkLst>
        <pc:spChg chg="mod">
          <ac:chgData name="Cedar Quarmby" userId="d1034287-8c00-4d62-87b0-a9fe2b71c3f6" providerId="ADAL" clId="{FF743D9B-4C67-4538-A6E6-A7EB6D0B8518}" dt="2025-11-19T20:50:05.553" v="15"/>
          <ac:spMkLst>
            <pc:docMk/>
            <pc:sldMk cId="49926023" sldId="268"/>
            <ac:spMk id="2" creationId="{A1F8BB0B-5222-A991-32FD-C4E97145FE08}"/>
          </ac:spMkLst>
        </pc:spChg>
        <pc:spChg chg="mod">
          <ac:chgData name="Cedar Quarmby" userId="d1034287-8c00-4d62-87b0-a9fe2b71c3f6" providerId="ADAL" clId="{FF743D9B-4C67-4538-A6E6-A7EB6D0B8518}" dt="2025-11-19T20:50:05.553" v="15"/>
          <ac:spMkLst>
            <pc:docMk/>
            <pc:sldMk cId="49926023" sldId="268"/>
            <ac:spMk id="3" creationId="{21194C69-A28F-7E37-41F9-B31B991BE225}"/>
          </ac:spMkLst>
        </pc:spChg>
        <pc:spChg chg="mod">
          <ac:chgData name="Cedar Quarmby" userId="d1034287-8c00-4d62-87b0-a9fe2b71c3f6" providerId="ADAL" clId="{FF743D9B-4C67-4538-A6E6-A7EB6D0B8518}" dt="2025-11-19T20:50:05.553" v="15"/>
          <ac:spMkLst>
            <pc:docMk/>
            <pc:sldMk cId="49926023" sldId="268"/>
            <ac:spMk id="4" creationId="{564F4DD7-D258-1877-9679-F1B1E8B001EB}"/>
          </ac:spMkLst>
        </pc:spChg>
        <pc:spChg chg="mod">
          <ac:chgData name="Cedar Quarmby" userId="d1034287-8c00-4d62-87b0-a9fe2b71c3f6" providerId="ADAL" clId="{FF743D9B-4C67-4538-A6E6-A7EB6D0B8518}" dt="2025-11-19T20:50:05.553" v="15"/>
          <ac:spMkLst>
            <pc:docMk/>
            <pc:sldMk cId="49926023" sldId="268"/>
            <ac:spMk id="5" creationId="{C47A6CF4-7A41-4EBA-AED8-D6CFCFBAB254}"/>
          </ac:spMkLst>
        </pc:spChg>
        <pc:spChg chg="mod">
          <ac:chgData name="Cedar Quarmby" userId="d1034287-8c00-4d62-87b0-a9fe2b71c3f6" providerId="ADAL" clId="{FF743D9B-4C67-4538-A6E6-A7EB6D0B8518}" dt="2025-11-19T20:50:05.553" v="15"/>
          <ac:spMkLst>
            <pc:docMk/>
            <pc:sldMk cId="49926023" sldId="268"/>
            <ac:spMk id="6" creationId="{81AC15C1-1A09-B607-BF20-059495340AAE}"/>
          </ac:spMkLst>
        </pc:spChg>
      </pc:sldChg>
      <pc:sldChg chg="modSp">
        <pc:chgData name="Cedar Quarmby" userId="d1034287-8c00-4d62-87b0-a9fe2b71c3f6" providerId="ADAL" clId="{FF743D9B-4C67-4538-A6E6-A7EB6D0B8518}" dt="2025-11-19T20:50:05.553" v="15"/>
        <pc:sldMkLst>
          <pc:docMk/>
          <pc:sldMk cId="779773503" sldId="269"/>
        </pc:sldMkLst>
        <pc:spChg chg="mod">
          <ac:chgData name="Cedar Quarmby" userId="d1034287-8c00-4d62-87b0-a9fe2b71c3f6" providerId="ADAL" clId="{FF743D9B-4C67-4538-A6E6-A7EB6D0B8518}" dt="2025-11-19T20:50:05.553" v="15"/>
          <ac:spMkLst>
            <pc:docMk/>
            <pc:sldMk cId="779773503" sldId="269"/>
            <ac:spMk id="2" creationId="{F61B4736-3B7D-E32A-98C6-B3F1680884FC}"/>
          </ac:spMkLst>
        </pc:spChg>
        <pc:spChg chg="mod">
          <ac:chgData name="Cedar Quarmby" userId="d1034287-8c00-4d62-87b0-a9fe2b71c3f6" providerId="ADAL" clId="{FF743D9B-4C67-4538-A6E6-A7EB6D0B8518}" dt="2025-11-19T20:50:05.553" v="15"/>
          <ac:spMkLst>
            <pc:docMk/>
            <pc:sldMk cId="779773503" sldId="269"/>
            <ac:spMk id="3" creationId="{A27E5598-A685-C3EA-9A64-3CF197B6D533}"/>
          </ac:spMkLst>
        </pc:spChg>
        <pc:spChg chg="mod">
          <ac:chgData name="Cedar Quarmby" userId="d1034287-8c00-4d62-87b0-a9fe2b71c3f6" providerId="ADAL" clId="{FF743D9B-4C67-4538-A6E6-A7EB6D0B8518}" dt="2025-11-19T20:50:05.553" v="15"/>
          <ac:spMkLst>
            <pc:docMk/>
            <pc:sldMk cId="779773503" sldId="269"/>
            <ac:spMk id="4" creationId="{E96695B8-478C-9D9C-BF83-0B687EBC1DFA}"/>
          </ac:spMkLst>
        </pc:spChg>
        <pc:spChg chg="mod">
          <ac:chgData name="Cedar Quarmby" userId="d1034287-8c00-4d62-87b0-a9fe2b71c3f6" providerId="ADAL" clId="{FF743D9B-4C67-4538-A6E6-A7EB6D0B8518}" dt="2025-11-19T20:50:05.553" v="15"/>
          <ac:spMkLst>
            <pc:docMk/>
            <pc:sldMk cId="779773503" sldId="269"/>
            <ac:spMk id="5" creationId="{0C257188-8B83-6222-D995-656C35BC84B4}"/>
          </ac:spMkLst>
        </pc:spChg>
        <pc:spChg chg="mod">
          <ac:chgData name="Cedar Quarmby" userId="d1034287-8c00-4d62-87b0-a9fe2b71c3f6" providerId="ADAL" clId="{FF743D9B-4C67-4538-A6E6-A7EB6D0B8518}" dt="2025-11-19T20:50:05.553" v="15"/>
          <ac:spMkLst>
            <pc:docMk/>
            <pc:sldMk cId="779773503" sldId="269"/>
            <ac:spMk id="6" creationId="{DB695DAE-AA5C-99FD-9005-48B4AACAC7CB}"/>
          </ac:spMkLst>
        </pc:spChg>
      </pc:sldChg>
    </pc:docChg>
  </pc:docChgLst>
  <pc:docChgLst>
    <pc:chgData name="kristina Yankovsky" userId="S::kristina.yankovsky@bellevuecollege.edu::a968511f-f6c3-42e8-820c-9d0c6a40284b" providerId="AD" clId="Web-{26C5C9F6-6EC4-4E93-298F-BCCD0FBADA01}"/>
    <pc:docChg chg="mod delSld modSld">
      <pc:chgData name="kristina Yankovsky" userId="S::kristina.yankovsky@bellevuecollege.edu::a968511f-f6c3-42e8-820c-9d0c6a40284b" providerId="AD" clId="Web-{26C5C9F6-6EC4-4E93-298F-BCCD0FBADA01}" dt="2025-11-23T05:13:47.393" v="168" actId="20577"/>
      <pc:docMkLst>
        <pc:docMk/>
      </pc:docMkLst>
      <pc:sldChg chg="del">
        <pc:chgData name="kristina Yankovsky" userId="S::kristina.yankovsky@bellevuecollege.edu::a968511f-f6c3-42e8-820c-9d0c6a40284b" providerId="AD" clId="Web-{26C5C9F6-6EC4-4E93-298F-BCCD0FBADA01}" dt="2025-11-23T05:05:11.983" v="1"/>
        <pc:sldMkLst>
          <pc:docMk/>
          <pc:sldMk cId="1187908722" sldId="259"/>
        </pc:sldMkLst>
      </pc:sldChg>
      <pc:sldChg chg="del">
        <pc:chgData name="kristina Yankovsky" userId="S::kristina.yankovsky@bellevuecollege.edu::a968511f-f6c3-42e8-820c-9d0c6a40284b" providerId="AD" clId="Web-{26C5C9F6-6EC4-4E93-298F-BCCD0FBADA01}" dt="2025-11-23T05:05:30.592" v="2"/>
        <pc:sldMkLst>
          <pc:docMk/>
          <pc:sldMk cId="2565779004" sldId="264"/>
        </pc:sldMkLst>
      </pc:sldChg>
      <pc:sldChg chg="del">
        <pc:chgData name="kristina Yankovsky" userId="S::kristina.yankovsky@bellevuecollege.edu::a968511f-f6c3-42e8-820c-9d0c6a40284b" providerId="AD" clId="Web-{26C5C9F6-6EC4-4E93-298F-BCCD0FBADA01}" dt="2025-11-23T05:05:47.280" v="3"/>
        <pc:sldMkLst>
          <pc:docMk/>
          <pc:sldMk cId="1396647285" sldId="265"/>
        </pc:sldMkLst>
      </pc:sldChg>
      <pc:sldChg chg="del">
        <pc:chgData name="kristina Yankovsky" userId="S::kristina.yankovsky@bellevuecollege.edu::a968511f-f6c3-42e8-820c-9d0c6a40284b" providerId="AD" clId="Web-{26C5C9F6-6EC4-4E93-298F-BCCD0FBADA01}" dt="2025-11-23T05:06:20.640" v="5"/>
        <pc:sldMkLst>
          <pc:docMk/>
          <pc:sldMk cId="1900991796" sldId="266"/>
        </pc:sldMkLst>
      </pc:sldChg>
      <pc:sldChg chg="modSp">
        <pc:chgData name="kristina Yankovsky" userId="S::kristina.yankovsky@bellevuecollege.edu::a968511f-f6c3-42e8-820c-9d0c6a40284b" providerId="AD" clId="Web-{26C5C9F6-6EC4-4E93-298F-BCCD0FBADA01}" dt="2025-11-23T05:13:47.393" v="168" actId="20577"/>
        <pc:sldMkLst>
          <pc:docMk/>
          <pc:sldMk cId="49926023" sldId="268"/>
        </pc:sldMkLst>
        <pc:spChg chg="mod">
          <ac:chgData name="kristina Yankovsky" userId="S::kristina.yankovsky@bellevuecollege.edu::a968511f-f6c3-42e8-820c-9d0c6a40284b" providerId="AD" clId="Web-{26C5C9F6-6EC4-4E93-298F-BCCD0FBADA01}" dt="2025-11-23T05:13:47.393" v="168" actId="20577"/>
          <ac:spMkLst>
            <pc:docMk/>
            <pc:sldMk cId="49926023" sldId="268"/>
            <ac:spMk id="3" creationId="{21194C69-A28F-7E37-41F9-B31B991BE225}"/>
          </ac:spMkLst>
        </pc:spChg>
      </pc:sldChg>
      <pc:sldChg chg="modSp">
        <pc:chgData name="kristina Yankovsky" userId="S::kristina.yankovsky@bellevuecollege.edu::a968511f-f6c3-42e8-820c-9d0c6a40284b" providerId="AD" clId="Web-{26C5C9F6-6EC4-4E93-298F-BCCD0FBADA01}" dt="2025-11-23T05:11:41.127" v="113" actId="20577"/>
        <pc:sldMkLst>
          <pc:docMk/>
          <pc:sldMk cId="779773503" sldId="269"/>
        </pc:sldMkLst>
        <pc:spChg chg="mod">
          <ac:chgData name="kristina Yankovsky" userId="S::kristina.yankovsky@bellevuecollege.edu::a968511f-f6c3-42e8-820c-9d0c6a40284b" providerId="AD" clId="Web-{26C5C9F6-6EC4-4E93-298F-BCCD0FBADA01}" dt="2025-11-23T05:11:41.127" v="113" actId="20577"/>
          <ac:spMkLst>
            <pc:docMk/>
            <pc:sldMk cId="779773503" sldId="269"/>
            <ac:spMk id="3" creationId="{A27E5598-A685-C3EA-9A64-3CF197B6D533}"/>
          </ac:spMkLst>
        </pc:spChg>
      </pc:sldChg>
      <pc:sldChg chg="del">
        <pc:chgData name="kristina Yankovsky" userId="S::kristina.yankovsky@bellevuecollege.edu::a968511f-f6c3-42e8-820c-9d0c6a40284b" providerId="AD" clId="Web-{26C5C9F6-6EC4-4E93-298F-BCCD0FBADA01}" dt="2025-11-23T05:06:06.530" v="4"/>
        <pc:sldMkLst>
          <pc:docMk/>
          <pc:sldMk cId="2332829513" sldId="270"/>
        </pc:sldMkLst>
      </pc:sldChg>
    </pc:docChg>
  </pc:docChgLst>
  <pc:docChgLst>
    <pc:chgData name="DucMinh Le" userId="S::ducminh.le@bellevuecollege.edu::a9f258e6-d617-4983-b181-d82bf2fe20f0" providerId="AD" clId="Web-{6F34AFA4-9EDA-1B33-10E5-157A4DACDCDF}"/>
    <pc:docChg chg="addSld modSld">
      <pc:chgData name="DucMinh Le" userId="S::ducminh.le@bellevuecollege.edu::a9f258e6-d617-4983-b181-d82bf2fe20f0" providerId="AD" clId="Web-{6F34AFA4-9EDA-1B33-10E5-157A4DACDCDF}" dt="2025-11-23T00:34:19.452" v="2431" actId="20577"/>
      <pc:docMkLst>
        <pc:docMk/>
      </pc:docMkLst>
      <pc:sldChg chg="modSp">
        <pc:chgData name="DucMinh Le" userId="S::ducminh.le@bellevuecollege.edu::a9f258e6-d617-4983-b181-d82bf2fe20f0" providerId="AD" clId="Web-{6F34AFA4-9EDA-1B33-10E5-157A4DACDCDF}" dt="2025-11-22T23:10:50.742" v="695" actId="1076"/>
        <pc:sldMkLst>
          <pc:docMk/>
          <pc:sldMk cId="2226518608" sldId="260"/>
        </pc:sldMkLst>
        <pc:spChg chg="mod">
          <ac:chgData name="DucMinh Le" userId="S::ducminh.le@bellevuecollege.edu::a9f258e6-d617-4983-b181-d82bf2fe20f0" providerId="AD" clId="Web-{6F34AFA4-9EDA-1B33-10E5-157A4DACDCDF}" dt="2025-11-22T23:10:50.742" v="695" actId="1076"/>
          <ac:spMkLst>
            <pc:docMk/>
            <pc:sldMk cId="2226518608" sldId="260"/>
            <ac:spMk id="3" creationId="{8AA1C3F9-6408-1094-7D0A-2956E6A8B7D9}"/>
          </ac:spMkLst>
        </pc:spChg>
      </pc:sldChg>
      <pc:sldChg chg="modSp">
        <pc:chgData name="DucMinh Le" userId="S::ducminh.le@bellevuecollege.edu::a9f258e6-d617-4983-b181-d82bf2fe20f0" providerId="AD" clId="Web-{6F34AFA4-9EDA-1B33-10E5-157A4DACDCDF}" dt="2025-11-22T23:21:04.113" v="892" actId="20577"/>
        <pc:sldMkLst>
          <pc:docMk/>
          <pc:sldMk cId="3677104657" sldId="261"/>
        </pc:sldMkLst>
        <pc:spChg chg="mod">
          <ac:chgData name="DucMinh Le" userId="S::ducminh.le@bellevuecollege.edu::a9f258e6-d617-4983-b181-d82bf2fe20f0" providerId="AD" clId="Web-{6F34AFA4-9EDA-1B33-10E5-157A4DACDCDF}" dt="2025-11-22T23:21:04.113" v="892" actId="20577"/>
          <ac:spMkLst>
            <pc:docMk/>
            <pc:sldMk cId="3677104657" sldId="261"/>
            <ac:spMk id="3" creationId="{EC07CFEC-319C-DF6B-46B8-0A388E7F7010}"/>
          </ac:spMkLst>
        </pc:spChg>
      </pc:sldChg>
      <pc:sldChg chg="addSp delSp modSp">
        <pc:chgData name="DucMinh Le" userId="S::ducminh.le@bellevuecollege.edu::a9f258e6-d617-4983-b181-d82bf2fe20f0" providerId="AD" clId="Web-{6F34AFA4-9EDA-1B33-10E5-157A4DACDCDF}" dt="2025-11-22T23:31:17.729" v="980" actId="20577"/>
        <pc:sldMkLst>
          <pc:docMk/>
          <pc:sldMk cId="2200103933" sldId="262"/>
        </pc:sldMkLst>
        <pc:spChg chg="mod">
          <ac:chgData name="DucMinh Le" userId="S::ducminh.le@bellevuecollege.edu::a9f258e6-d617-4983-b181-d82bf2fe20f0" providerId="AD" clId="Web-{6F34AFA4-9EDA-1B33-10E5-157A4DACDCDF}" dt="2025-11-22T23:31:17.729" v="980" actId="20577"/>
          <ac:spMkLst>
            <pc:docMk/>
            <pc:sldMk cId="2200103933" sldId="262"/>
            <ac:spMk id="3" creationId="{3D7F925D-26FB-A9EE-D070-7BAEE487EBCE}"/>
          </ac:spMkLst>
        </pc:spChg>
        <pc:spChg chg="add del">
          <ac:chgData name="DucMinh Le" userId="S::ducminh.le@bellevuecollege.edu::a9f258e6-d617-4983-b181-d82bf2fe20f0" providerId="AD" clId="Web-{6F34AFA4-9EDA-1B33-10E5-157A4DACDCDF}" dt="2025-11-22T23:26:22.569" v="900"/>
          <ac:spMkLst>
            <pc:docMk/>
            <pc:sldMk cId="2200103933" sldId="262"/>
            <ac:spMk id="7" creationId="{FDDBEF88-F4C0-BD6B-0705-D784AD16228A}"/>
          </ac:spMkLst>
        </pc:spChg>
        <pc:spChg chg="add del mod">
          <ac:chgData name="DucMinh Le" userId="S::ducminh.le@bellevuecollege.edu::a9f258e6-d617-4983-b181-d82bf2fe20f0" providerId="AD" clId="Web-{6F34AFA4-9EDA-1B33-10E5-157A4DACDCDF}" dt="2025-11-22T23:29:12.963" v="930"/>
          <ac:spMkLst>
            <pc:docMk/>
            <pc:sldMk cId="2200103933" sldId="262"/>
            <ac:spMk id="9" creationId="{A2D1BF4F-5240-0488-7B59-6461123C6F3E}"/>
          </ac:spMkLst>
        </pc:spChg>
      </pc:sldChg>
      <pc:sldChg chg="modSp">
        <pc:chgData name="DucMinh Le" userId="S::ducminh.le@bellevuecollege.edu::a9f258e6-d617-4983-b181-d82bf2fe20f0" providerId="AD" clId="Web-{6F34AFA4-9EDA-1B33-10E5-157A4DACDCDF}" dt="2025-11-22T23:47:17.780" v="1408" actId="20577"/>
        <pc:sldMkLst>
          <pc:docMk/>
          <pc:sldMk cId="1155849182" sldId="263"/>
        </pc:sldMkLst>
        <pc:spChg chg="mod">
          <ac:chgData name="DucMinh Le" userId="S::ducminh.le@bellevuecollege.edu::a9f258e6-d617-4983-b181-d82bf2fe20f0" providerId="AD" clId="Web-{6F34AFA4-9EDA-1B33-10E5-157A4DACDCDF}" dt="2025-11-22T23:47:17.780" v="1408" actId="20577"/>
          <ac:spMkLst>
            <pc:docMk/>
            <pc:sldMk cId="1155849182" sldId="263"/>
            <ac:spMk id="3" creationId="{76861B77-2FB3-EC5B-F275-85053A73F6EC}"/>
          </ac:spMkLst>
        </pc:spChg>
      </pc:sldChg>
      <pc:sldChg chg="modSp">
        <pc:chgData name="DucMinh Le" userId="S::ducminh.le@bellevuecollege.edu::a9f258e6-d617-4983-b181-d82bf2fe20f0" providerId="AD" clId="Web-{6F34AFA4-9EDA-1B33-10E5-157A4DACDCDF}" dt="2025-11-23T00:06:22.712" v="1545" actId="20577"/>
        <pc:sldMkLst>
          <pc:docMk/>
          <pc:sldMk cId="2565779004" sldId="264"/>
        </pc:sldMkLst>
        <pc:spChg chg="mod">
          <ac:chgData name="DucMinh Le" userId="S::ducminh.le@bellevuecollege.edu::a9f258e6-d617-4983-b181-d82bf2fe20f0" providerId="AD" clId="Web-{6F34AFA4-9EDA-1B33-10E5-157A4DACDCDF}" dt="2025-11-23T00:06:22.712" v="1545" actId="20577"/>
          <ac:spMkLst>
            <pc:docMk/>
            <pc:sldMk cId="2565779004" sldId="264"/>
            <ac:spMk id="3" creationId="{6BC90649-B4B3-F596-6E55-5E8117B4C53B}"/>
          </ac:spMkLst>
        </pc:spChg>
      </pc:sldChg>
      <pc:sldChg chg="modSp">
        <pc:chgData name="DucMinh Le" userId="S::ducminh.le@bellevuecollege.edu::a9f258e6-d617-4983-b181-d82bf2fe20f0" providerId="AD" clId="Web-{6F34AFA4-9EDA-1B33-10E5-157A4DACDCDF}" dt="2025-11-23T00:07:03.212" v="1582" actId="20577"/>
        <pc:sldMkLst>
          <pc:docMk/>
          <pc:sldMk cId="1396647285" sldId="265"/>
        </pc:sldMkLst>
        <pc:spChg chg="mod">
          <ac:chgData name="DucMinh Le" userId="S::ducminh.le@bellevuecollege.edu::a9f258e6-d617-4983-b181-d82bf2fe20f0" providerId="AD" clId="Web-{6F34AFA4-9EDA-1B33-10E5-157A4DACDCDF}" dt="2025-11-23T00:07:03.212" v="1582" actId="20577"/>
          <ac:spMkLst>
            <pc:docMk/>
            <pc:sldMk cId="1396647285" sldId="265"/>
            <ac:spMk id="3" creationId="{9059DDB4-B6DC-B670-14F5-F3EAFACAC31B}"/>
          </ac:spMkLst>
        </pc:spChg>
      </pc:sldChg>
      <pc:sldChg chg="modSp">
        <pc:chgData name="DucMinh Le" userId="S::ducminh.le@bellevuecollege.edu::a9f258e6-d617-4983-b181-d82bf2fe20f0" providerId="AD" clId="Web-{6F34AFA4-9EDA-1B33-10E5-157A4DACDCDF}" dt="2025-11-23T00:03:20.692" v="1474" actId="20577"/>
        <pc:sldMkLst>
          <pc:docMk/>
          <pc:sldMk cId="1900991796" sldId="266"/>
        </pc:sldMkLst>
        <pc:spChg chg="mod">
          <ac:chgData name="DucMinh Le" userId="S::ducminh.le@bellevuecollege.edu::a9f258e6-d617-4983-b181-d82bf2fe20f0" providerId="AD" clId="Web-{6F34AFA4-9EDA-1B33-10E5-157A4DACDCDF}" dt="2025-11-23T00:03:20.692" v="1474" actId="20577"/>
          <ac:spMkLst>
            <pc:docMk/>
            <pc:sldMk cId="1900991796" sldId="266"/>
            <ac:spMk id="3" creationId="{EA112577-D1F1-C55D-58A0-3B4C6128BA10}"/>
          </ac:spMkLst>
        </pc:spChg>
      </pc:sldChg>
      <pc:sldChg chg="modSp">
        <pc:chgData name="DucMinh Le" userId="S::ducminh.le@bellevuecollege.edu::a9f258e6-d617-4983-b181-d82bf2fe20f0" providerId="AD" clId="Web-{6F34AFA4-9EDA-1B33-10E5-157A4DACDCDF}" dt="2025-11-23T00:18:12.701" v="2067" actId="20577"/>
        <pc:sldMkLst>
          <pc:docMk/>
          <pc:sldMk cId="404979907" sldId="267"/>
        </pc:sldMkLst>
        <pc:spChg chg="mod">
          <ac:chgData name="DucMinh Le" userId="S::ducminh.le@bellevuecollege.edu::a9f258e6-d617-4983-b181-d82bf2fe20f0" providerId="AD" clId="Web-{6F34AFA4-9EDA-1B33-10E5-157A4DACDCDF}" dt="2025-11-23T00:18:12.701" v="2067" actId="20577"/>
          <ac:spMkLst>
            <pc:docMk/>
            <pc:sldMk cId="404979907" sldId="267"/>
            <ac:spMk id="3" creationId="{F35A7BCC-D879-DC2A-6208-977AB5177EE0}"/>
          </ac:spMkLst>
        </pc:spChg>
      </pc:sldChg>
      <pc:sldChg chg="modSp">
        <pc:chgData name="DucMinh Le" userId="S::ducminh.le@bellevuecollege.edu::a9f258e6-d617-4983-b181-d82bf2fe20f0" providerId="AD" clId="Web-{6F34AFA4-9EDA-1B33-10E5-157A4DACDCDF}" dt="2025-11-23T00:34:19.452" v="2431" actId="20577"/>
        <pc:sldMkLst>
          <pc:docMk/>
          <pc:sldMk cId="49926023" sldId="268"/>
        </pc:sldMkLst>
        <pc:spChg chg="mod">
          <ac:chgData name="DucMinh Le" userId="S::ducminh.le@bellevuecollege.edu::a9f258e6-d617-4983-b181-d82bf2fe20f0" providerId="AD" clId="Web-{6F34AFA4-9EDA-1B33-10E5-157A4DACDCDF}" dt="2025-11-23T00:34:19.452" v="2431" actId="20577"/>
          <ac:spMkLst>
            <pc:docMk/>
            <pc:sldMk cId="49926023" sldId="268"/>
            <ac:spMk id="3" creationId="{21194C69-A28F-7E37-41F9-B31B991BE225}"/>
          </ac:spMkLst>
        </pc:spChg>
      </pc:sldChg>
      <pc:sldChg chg="modSp add replId">
        <pc:chgData name="DucMinh Le" userId="S::ducminh.le@bellevuecollege.edu::a9f258e6-d617-4983-b181-d82bf2fe20f0" providerId="AD" clId="Web-{6F34AFA4-9EDA-1B33-10E5-157A4DACDCDF}" dt="2025-11-22T23:33:31.280" v="1004" actId="20577"/>
        <pc:sldMkLst>
          <pc:docMk/>
          <pc:sldMk cId="13975122" sldId="272"/>
        </pc:sldMkLst>
        <pc:spChg chg="mod">
          <ac:chgData name="DucMinh Le" userId="S::ducminh.le@bellevuecollege.edu::a9f258e6-d617-4983-b181-d82bf2fe20f0" providerId="AD" clId="Web-{6F34AFA4-9EDA-1B33-10E5-157A4DACDCDF}" dt="2025-11-22T23:32:08.108" v="986" actId="20577"/>
          <ac:spMkLst>
            <pc:docMk/>
            <pc:sldMk cId="13975122" sldId="272"/>
            <ac:spMk id="2" creationId="{0CF7DDA9-9BEA-40AD-AB96-1C972D1B52A6}"/>
          </ac:spMkLst>
        </pc:spChg>
        <pc:spChg chg="mod">
          <ac:chgData name="DucMinh Le" userId="S::ducminh.le@bellevuecollege.edu::a9f258e6-d617-4983-b181-d82bf2fe20f0" providerId="AD" clId="Web-{6F34AFA4-9EDA-1B33-10E5-157A4DACDCDF}" dt="2025-11-22T23:33:31.280" v="1004" actId="20577"/>
          <ac:spMkLst>
            <pc:docMk/>
            <pc:sldMk cId="13975122" sldId="272"/>
            <ac:spMk id="3" creationId="{626C6BE1-0AFB-D3BC-E6CE-A310F282F9F5}"/>
          </ac:spMkLst>
        </pc:spChg>
      </pc:sldChg>
    </pc:docChg>
  </pc:docChgLst>
  <pc:docChgLst>
    <pc:chgData name="kristina Yankovsky" userId="S::kristina.yankovsky@bellevuecollege.edu::a968511f-f6c3-42e8-820c-9d0c6a40284b" providerId="AD" clId="Web-{34BE7000-CBF9-9CA5-C1DF-42DC6566A243}"/>
    <pc:docChg chg="mod addSld modSld addMainMaster delMainMaster">
      <pc:chgData name="kristina Yankovsky" userId="S::kristina.yankovsky@bellevuecollege.edu::a968511f-f6c3-42e8-820c-9d0c6a40284b" providerId="AD" clId="Web-{34BE7000-CBF9-9CA5-C1DF-42DC6566A243}" dt="2025-11-18T23:16:52.586" v="227" actId="20577"/>
      <pc:docMkLst>
        <pc:docMk/>
      </pc:docMkLst>
      <pc:sldChg chg="modSp mod modClrScheme chgLayout">
        <pc:chgData name="kristina Yankovsky" userId="S::kristina.yankovsky@bellevuecollege.edu::a968511f-f6c3-42e8-820c-9d0c6a40284b" providerId="AD" clId="Web-{34BE7000-CBF9-9CA5-C1DF-42DC6566A243}" dt="2025-11-18T23:15:11.255" v="218" actId="20577"/>
        <pc:sldMkLst>
          <pc:docMk/>
          <pc:sldMk cId="109857222" sldId="256"/>
        </pc:sldMkLst>
        <pc:spChg chg="mod ord">
          <ac:chgData name="kristina Yankovsky" userId="S::kristina.yankovsky@bellevuecollege.edu::a968511f-f6c3-42e8-820c-9d0c6a40284b" providerId="AD" clId="Web-{34BE7000-CBF9-9CA5-C1DF-42DC6566A243}" dt="2025-11-18T23:15:11.255" v="218" actId="20577"/>
          <ac:spMkLst>
            <pc:docMk/>
            <pc:sldMk cId="109857222" sldId="256"/>
            <ac:spMk id="2" creationId="{00000000-0000-0000-0000-000000000000}"/>
          </ac:spMkLst>
        </pc:spChg>
        <pc:spChg chg="mod ord">
          <ac:chgData name="kristina Yankovsky" userId="S::kristina.yankovsky@bellevuecollege.edu::a968511f-f6c3-42e8-820c-9d0c6a40284b" providerId="AD" clId="Web-{34BE7000-CBF9-9CA5-C1DF-42DC6566A243}" dt="2025-11-18T23:07:52.520" v="105" actId="20577"/>
          <ac:spMkLst>
            <pc:docMk/>
            <pc:sldMk cId="109857222" sldId="256"/>
            <ac:spMk id="3" creationId="{00000000-0000-0000-0000-000000000000}"/>
          </ac:spMkLst>
        </pc:spChg>
      </pc:sldChg>
      <pc:sldChg chg="modSp new">
        <pc:chgData name="kristina Yankovsky" userId="S::kristina.yankovsky@bellevuecollege.edu::a968511f-f6c3-42e8-820c-9d0c6a40284b" providerId="AD" clId="Web-{34BE7000-CBF9-9CA5-C1DF-42DC6566A243}" dt="2025-11-18T23:08:55.723" v="111" actId="20577"/>
        <pc:sldMkLst>
          <pc:docMk/>
          <pc:sldMk cId="1386209076" sldId="257"/>
        </pc:sldMkLst>
        <pc:spChg chg="mod">
          <ac:chgData name="kristina Yankovsky" userId="S::kristina.yankovsky@bellevuecollege.edu::a968511f-f6c3-42e8-820c-9d0c6a40284b" providerId="AD" clId="Web-{34BE7000-CBF9-9CA5-C1DF-42DC6566A243}" dt="2025-11-18T23:08:55.723" v="111" actId="20577"/>
          <ac:spMkLst>
            <pc:docMk/>
            <pc:sldMk cId="1386209076" sldId="257"/>
            <ac:spMk id="2" creationId="{BCAB4825-A0AD-1F4D-4451-65260D5C1700}"/>
          </ac:spMkLst>
        </pc:spChg>
      </pc:sldChg>
      <pc:sldChg chg="modSp new">
        <pc:chgData name="kristina Yankovsky" userId="S::kristina.yankovsky@bellevuecollege.edu::a968511f-f6c3-42e8-820c-9d0c6a40284b" providerId="AD" clId="Web-{34BE7000-CBF9-9CA5-C1DF-42DC6566A243}" dt="2025-11-18T23:10:19.741" v="139" actId="20577"/>
        <pc:sldMkLst>
          <pc:docMk/>
          <pc:sldMk cId="3939585300" sldId="258"/>
        </pc:sldMkLst>
        <pc:spChg chg="mod">
          <ac:chgData name="kristina Yankovsky" userId="S::kristina.yankovsky@bellevuecollege.edu::a968511f-f6c3-42e8-820c-9d0c6a40284b" providerId="AD" clId="Web-{34BE7000-CBF9-9CA5-C1DF-42DC6566A243}" dt="2025-11-18T23:10:19.741" v="139" actId="20577"/>
          <ac:spMkLst>
            <pc:docMk/>
            <pc:sldMk cId="3939585300" sldId="258"/>
            <ac:spMk id="2" creationId="{4236F350-043C-6520-F2BC-62B32C453102}"/>
          </ac:spMkLst>
        </pc:spChg>
      </pc:sldChg>
      <pc:sldChg chg="modSp new">
        <pc:chgData name="kristina Yankovsky" userId="S::kristina.yankovsky@bellevuecollege.edu::a968511f-f6c3-42e8-820c-9d0c6a40284b" providerId="AD" clId="Web-{34BE7000-CBF9-9CA5-C1DF-42DC6566A243}" dt="2025-11-18T23:10:59.994" v="163" actId="20577"/>
        <pc:sldMkLst>
          <pc:docMk/>
          <pc:sldMk cId="2226518608" sldId="260"/>
        </pc:sldMkLst>
        <pc:spChg chg="mod">
          <ac:chgData name="kristina Yankovsky" userId="S::kristina.yankovsky@bellevuecollege.edu::a968511f-f6c3-42e8-820c-9d0c6a40284b" providerId="AD" clId="Web-{34BE7000-CBF9-9CA5-C1DF-42DC6566A243}" dt="2025-11-18T23:10:59.994" v="163" actId="20577"/>
          <ac:spMkLst>
            <pc:docMk/>
            <pc:sldMk cId="2226518608" sldId="260"/>
            <ac:spMk id="2" creationId="{B3EC1F81-F489-993B-A476-9D82E71DB68B}"/>
          </ac:spMkLst>
        </pc:spChg>
      </pc:sldChg>
      <pc:sldChg chg="modSp new">
        <pc:chgData name="kristina Yankovsky" userId="S::kristina.yankovsky@bellevuecollege.edu::a968511f-f6c3-42e8-820c-9d0c6a40284b" providerId="AD" clId="Web-{34BE7000-CBF9-9CA5-C1DF-42DC6566A243}" dt="2025-11-18T23:11:36.246" v="186" actId="20577"/>
        <pc:sldMkLst>
          <pc:docMk/>
          <pc:sldMk cId="3677104657" sldId="261"/>
        </pc:sldMkLst>
        <pc:spChg chg="mod">
          <ac:chgData name="kristina Yankovsky" userId="S::kristina.yankovsky@bellevuecollege.edu::a968511f-f6c3-42e8-820c-9d0c6a40284b" providerId="AD" clId="Web-{34BE7000-CBF9-9CA5-C1DF-42DC6566A243}" dt="2025-11-18T23:11:36.246" v="186" actId="20577"/>
          <ac:spMkLst>
            <pc:docMk/>
            <pc:sldMk cId="3677104657" sldId="261"/>
            <ac:spMk id="2" creationId="{A6533E79-ABB5-B07D-8077-5891ED83634F}"/>
          </ac:spMkLst>
        </pc:spChg>
      </pc:sldChg>
      <pc:sldChg chg="modSp new">
        <pc:chgData name="kristina Yankovsky" userId="S::kristina.yankovsky@bellevuecollege.edu::a968511f-f6c3-42e8-820c-9d0c6a40284b" providerId="AD" clId="Web-{34BE7000-CBF9-9CA5-C1DF-42DC6566A243}" dt="2025-11-18T23:11:57.404" v="194" actId="20577"/>
        <pc:sldMkLst>
          <pc:docMk/>
          <pc:sldMk cId="2200103933" sldId="262"/>
        </pc:sldMkLst>
        <pc:spChg chg="mod">
          <ac:chgData name="kristina Yankovsky" userId="S::kristina.yankovsky@bellevuecollege.edu::a968511f-f6c3-42e8-820c-9d0c6a40284b" providerId="AD" clId="Web-{34BE7000-CBF9-9CA5-C1DF-42DC6566A243}" dt="2025-11-18T23:11:57.404" v="194" actId="20577"/>
          <ac:spMkLst>
            <pc:docMk/>
            <pc:sldMk cId="2200103933" sldId="262"/>
            <ac:spMk id="2" creationId="{F4972D7F-FF55-0CC3-0AF5-2ECCE50DBF92}"/>
          </ac:spMkLst>
        </pc:spChg>
      </pc:sldChg>
      <pc:sldChg chg="modSp new">
        <pc:chgData name="kristina Yankovsky" userId="S::kristina.yankovsky@bellevuecollege.edu::a968511f-f6c3-42e8-820c-9d0c6a40284b" providerId="AD" clId="Web-{34BE7000-CBF9-9CA5-C1DF-42DC6566A243}" dt="2025-11-18T23:13:17.188" v="200" actId="20577"/>
        <pc:sldMkLst>
          <pc:docMk/>
          <pc:sldMk cId="1155849182" sldId="263"/>
        </pc:sldMkLst>
        <pc:spChg chg="mod">
          <ac:chgData name="kristina Yankovsky" userId="S::kristina.yankovsky@bellevuecollege.edu::a968511f-f6c3-42e8-820c-9d0c6a40284b" providerId="AD" clId="Web-{34BE7000-CBF9-9CA5-C1DF-42DC6566A243}" dt="2025-11-18T23:13:17.188" v="200" actId="20577"/>
          <ac:spMkLst>
            <pc:docMk/>
            <pc:sldMk cId="1155849182" sldId="263"/>
            <ac:spMk id="2" creationId="{B8245CB5-0A91-BD1D-615C-FBAF0254B661}"/>
          </ac:spMkLst>
        </pc:spChg>
      </pc:sldChg>
      <pc:sldChg chg="modSp new">
        <pc:chgData name="kristina Yankovsky" userId="S::kristina.yankovsky@bellevuecollege.edu::a968511f-f6c3-42e8-820c-9d0c6a40284b" providerId="AD" clId="Web-{34BE7000-CBF9-9CA5-C1DF-42DC6566A243}" dt="2025-11-18T23:15:33.459" v="220" actId="20577"/>
        <pc:sldMkLst>
          <pc:docMk/>
          <pc:sldMk cId="404979907" sldId="267"/>
        </pc:sldMkLst>
        <pc:spChg chg="mod">
          <ac:chgData name="kristina Yankovsky" userId="S::kristina.yankovsky@bellevuecollege.edu::a968511f-f6c3-42e8-820c-9d0c6a40284b" providerId="AD" clId="Web-{34BE7000-CBF9-9CA5-C1DF-42DC6566A243}" dt="2025-11-18T23:15:33.459" v="220" actId="20577"/>
          <ac:spMkLst>
            <pc:docMk/>
            <pc:sldMk cId="404979907" sldId="267"/>
            <ac:spMk id="2" creationId="{1E0E2062-6568-54AA-BA22-8B0E98F405E5}"/>
          </ac:spMkLst>
        </pc:spChg>
      </pc:sldChg>
      <pc:sldChg chg="modSp new">
        <pc:chgData name="kristina Yankovsky" userId="S::kristina.yankovsky@bellevuecollege.edu::a968511f-f6c3-42e8-820c-9d0c6a40284b" providerId="AD" clId="Web-{34BE7000-CBF9-9CA5-C1DF-42DC6566A243}" dt="2025-11-18T23:15:55.334" v="222" actId="20577"/>
        <pc:sldMkLst>
          <pc:docMk/>
          <pc:sldMk cId="49926023" sldId="268"/>
        </pc:sldMkLst>
        <pc:spChg chg="mod">
          <ac:chgData name="kristina Yankovsky" userId="S::kristina.yankovsky@bellevuecollege.edu::a968511f-f6c3-42e8-820c-9d0c6a40284b" providerId="AD" clId="Web-{34BE7000-CBF9-9CA5-C1DF-42DC6566A243}" dt="2025-11-18T23:15:55.334" v="222" actId="20577"/>
          <ac:spMkLst>
            <pc:docMk/>
            <pc:sldMk cId="49926023" sldId="268"/>
            <ac:spMk id="2" creationId="{A1F8BB0B-5222-A991-32FD-C4E97145FE08}"/>
          </ac:spMkLst>
        </pc:spChg>
      </pc:sldChg>
      <pc:sldChg chg="modSp new">
        <pc:chgData name="kristina Yankovsky" userId="S::kristina.yankovsky@bellevuecollege.edu::a968511f-f6c3-42e8-820c-9d0c6a40284b" providerId="AD" clId="Web-{34BE7000-CBF9-9CA5-C1DF-42DC6566A243}" dt="2025-11-18T23:16:05.350" v="224" actId="20577"/>
        <pc:sldMkLst>
          <pc:docMk/>
          <pc:sldMk cId="779773503" sldId="269"/>
        </pc:sldMkLst>
        <pc:spChg chg="mod">
          <ac:chgData name="kristina Yankovsky" userId="S::kristina.yankovsky@bellevuecollege.edu::a968511f-f6c3-42e8-820c-9d0c6a40284b" providerId="AD" clId="Web-{34BE7000-CBF9-9CA5-C1DF-42DC6566A243}" dt="2025-11-18T23:16:05.350" v="224" actId="20577"/>
          <ac:spMkLst>
            <pc:docMk/>
            <pc:sldMk cId="779773503" sldId="269"/>
            <ac:spMk id="2" creationId="{F61B4736-3B7D-E32A-98C6-B3F1680884FC}"/>
          </ac:spMkLst>
        </pc:spChg>
      </pc:sldChg>
      <pc:sldMasterChg chg="add addSldLayout modSldLayout">
        <pc:chgData name="kristina Yankovsky" userId="S::kristina.yankovsky@bellevuecollege.edu::a968511f-f6c3-42e8-820c-9d0c6a40284b" providerId="AD" clId="Web-{34BE7000-CBF9-9CA5-C1DF-42DC6566A243}" dt="2025-11-18T23:06:53.113" v="90"/>
        <pc:sldMasterMkLst>
          <pc:docMk/>
          <pc:sldMasterMk cId="1758525562" sldId="2147483774"/>
        </pc:sldMasterMkLst>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2212197121" sldId="2147483775"/>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84239389" sldId="2147483776"/>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3531713497" sldId="2147483777"/>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3419264488" sldId="2147483778"/>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268792198" sldId="2147483779"/>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750963343" sldId="2147483780"/>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2560630389" sldId="2147483781"/>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3162627112" sldId="2147483782"/>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2308973241" sldId="2147483783"/>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3753162142" sldId="2147483784"/>
          </pc:sldLayoutMkLst>
        </pc:sldLayoutChg>
        <pc:sldLayoutChg chg="add mod replId">
          <pc:chgData name="kristina Yankovsky" userId="S::kristina.yankovsky@bellevuecollege.edu::a968511f-f6c3-42e8-820c-9d0c6a40284b" providerId="AD" clId="Web-{34BE7000-CBF9-9CA5-C1DF-42DC6566A243}" dt="2025-11-18T23:06:53.113" v="90"/>
          <pc:sldLayoutMkLst>
            <pc:docMk/>
            <pc:sldMasterMk cId="1758525562" sldId="2147483774"/>
            <pc:sldLayoutMk cId="1944620506" sldId="2147483785"/>
          </pc:sldLayoutMkLst>
        </pc:sldLayoutChg>
      </pc:sldMasterChg>
    </pc:docChg>
  </pc:docChgLst>
  <pc:docChgLst>
    <pc:chgData name="kristina Yankovsky" userId="S::kristina.yankovsky@bellevuecollege.edu::a968511f-f6c3-42e8-820c-9d0c6a40284b" providerId="AD" clId="Web-{738CFC54-FA32-987E-F143-7320073F8FD9}"/>
    <pc:docChg chg="modSld">
      <pc:chgData name="kristina Yankovsky" userId="S::kristina.yankovsky@bellevuecollege.edu::a968511f-f6c3-42e8-820c-9d0c6a40284b" providerId="AD" clId="Web-{738CFC54-FA32-987E-F143-7320073F8FD9}" dt="2025-11-20T01:40:54.273" v="72" actId="20577"/>
      <pc:docMkLst>
        <pc:docMk/>
      </pc:docMkLst>
      <pc:sldChg chg="modSp">
        <pc:chgData name="kristina Yankovsky" userId="S::kristina.yankovsky@bellevuecollege.edu::a968511f-f6c3-42e8-820c-9d0c6a40284b" providerId="AD" clId="Web-{738CFC54-FA32-987E-F143-7320073F8FD9}" dt="2025-11-20T01:37:15.338" v="69" actId="20577"/>
        <pc:sldMkLst>
          <pc:docMk/>
          <pc:sldMk cId="1386209076" sldId="257"/>
        </pc:sldMkLst>
        <pc:spChg chg="mod">
          <ac:chgData name="kristina Yankovsky" userId="S::kristina.yankovsky@bellevuecollege.edu::a968511f-f6c3-42e8-820c-9d0c6a40284b" providerId="AD" clId="Web-{738CFC54-FA32-987E-F143-7320073F8FD9}" dt="2025-11-20T01:37:15.338" v="69" actId="20577"/>
          <ac:spMkLst>
            <pc:docMk/>
            <pc:sldMk cId="1386209076" sldId="257"/>
            <ac:spMk id="3" creationId="{BB785C82-193D-9C8F-FCC9-38C3B5FCD914}"/>
          </ac:spMkLst>
        </pc:spChg>
      </pc:sldChg>
      <pc:sldChg chg="modSp">
        <pc:chgData name="kristina Yankovsky" userId="S::kristina.yankovsky@bellevuecollege.edu::a968511f-f6c3-42e8-820c-9d0c6a40284b" providerId="AD" clId="Web-{738CFC54-FA32-987E-F143-7320073F8FD9}" dt="2025-11-20T01:40:54.273" v="72" actId="20577"/>
        <pc:sldMkLst>
          <pc:docMk/>
          <pc:sldMk cId="3939585300" sldId="258"/>
        </pc:sldMkLst>
        <pc:spChg chg="mod">
          <ac:chgData name="kristina Yankovsky" userId="S::kristina.yankovsky@bellevuecollege.edu::a968511f-f6c3-42e8-820c-9d0c6a40284b" providerId="AD" clId="Web-{738CFC54-FA32-987E-F143-7320073F8FD9}" dt="2025-11-20T01:40:54.273" v="72" actId="20577"/>
          <ac:spMkLst>
            <pc:docMk/>
            <pc:sldMk cId="3939585300" sldId="258"/>
            <ac:spMk id="2" creationId="{4236F350-043C-6520-F2BC-62B32C453102}"/>
          </ac:spMkLst>
        </pc:spChg>
      </pc:sldChg>
    </pc:docChg>
  </pc:docChgLst>
  <pc:docChgLst>
    <pc:chgData name="Erik.t Williams" userId="S::erik.t.williams@bellevuecollege.edu::92785aea-510c-4870-8de9-9bdbe77cb4be" providerId="AD" clId="Web-{D424BF68-BCD7-C9AB-D437-44610AFF729B}"/>
    <pc:docChg chg="modSld">
      <pc:chgData name="Erik.t Williams" userId="S::erik.t.williams@bellevuecollege.edu::92785aea-510c-4870-8de9-9bdbe77cb4be" providerId="AD" clId="Web-{D424BF68-BCD7-C9AB-D437-44610AFF729B}" dt="2025-11-20T21:50:19.327" v="11" actId="20577"/>
      <pc:docMkLst>
        <pc:docMk/>
      </pc:docMkLst>
      <pc:sldChg chg="modSp">
        <pc:chgData name="Erik.t Williams" userId="S::erik.t.williams@bellevuecollege.edu::92785aea-510c-4870-8de9-9bdbe77cb4be" providerId="AD" clId="Web-{D424BF68-BCD7-C9AB-D437-44610AFF729B}" dt="2025-11-20T21:50:19.327" v="11" actId="20577"/>
        <pc:sldMkLst>
          <pc:docMk/>
          <pc:sldMk cId="109857222" sldId="256"/>
        </pc:sldMkLst>
        <pc:spChg chg="mod">
          <ac:chgData name="Erik.t Williams" userId="S::erik.t.williams@bellevuecollege.edu::92785aea-510c-4870-8de9-9bdbe77cb4be" providerId="AD" clId="Web-{D424BF68-BCD7-C9AB-D437-44610AFF729B}" dt="2025-11-20T21:50:19.327" v="11" actId="20577"/>
          <ac:spMkLst>
            <pc:docMk/>
            <pc:sldMk cId="109857222"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166693-B8E3-447B-A0AC-B7BA4D22E2D6}" type="datetimeFigureOut">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7D7951-53A2-4FCC-B6F8-0B3619C6DBBA}" type="slidenum">
              <a:t>‹#›</a:t>
            </a:fld>
            <a:endParaRPr lang="en-US"/>
          </a:p>
        </p:txBody>
      </p:sp>
    </p:spTree>
    <p:extLst>
      <p:ext uri="{BB962C8B-B14F-4D97-AF65-F5344CB8AC3E}">
        <p14:creationId xmlns:p14="http://schemas.microsoft.com/office/powerpoint/2010/main" val="318927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120000"/>
              </a:lnSpc>
              <a:spcBef>
                <a:spcPts val="1000"/>
              </a:spcBef>
              <a:buFont typeface="Arial"/>
              <a:buChar char="•"/>
            </a:pPr>
            <a:r>
              <a:rPr lang="en-US" err="1">
                <a:solidFill>
                  <a:srgbClr val="35403A"/>
                </a:solidFill>
              </a:rPr>
              <a:t>CollegeIns</a:t>
            </a:r>
            <a:r>
              <a:rPr lang="en-US">
                <a:solidFill>
                  <a:srgbClr val="35403A"/>
                </a:solidFill>
              </a:rPr>
              <a:t> is built to help prospective college students understand which schools will best support their long-</a:t>
            </a:r>
            <a:r>
              <a:rPr lang="en-US" err="1">
                <a:solidFill>
                  <a:srgbClr val="35403A"/>
                </a:solidFill>
              </a:rPr>
              <a:t>termacademic</a:t>
            </a:r>
            <a:r>
              <a:rPr lang="en-US">
                <a:solidFill>
                  <a:srgbClr val="35403A"/>
                </a:solidFill>
              </a:rPr>
              <a:t> and further career goals. The site gathers key data such as program strengths, college data, and </a:t>
            </a:r>
            <a:r>
              <a:rPr lang="en-US" err="1">
                <a:solidFill>
                  <a:srgbClr val="35403A"/>
                </a:solidFill>
              </a:rPr>
              <a:t>availablestudent</a:t>
            </a:r>
            <a:r>
              <a:rPr lang="en-US">
                <a:solidFill>
                  <a:srgbClr val="35403A"/>
                </a:solidFill>
              </a:rPr>
              <a:t> resources, and presents it in a clear and accessible way.</a:t>
            </a:r>
            <a:endParaRPr lang="en-US"/>
          </a:p>
          <a:p>
            <a:pPr marL="285750" indent="-285750">
              <a:lnSpc>
                <a:spcPct val="120000"/>
              </a:lnSpc>
              <a:spcBef>
                <a:spcPts val="1000"/>
              </a:spcBef>
              <a:buFont typeface="Arial"/>
              <a:buChar char="•"/>
            </a:pPr>
            <a:r>
              <a:rPr lang="en-US">
                <a:solidFill>
                  <a:srgbClr val="35403A"/>
                </a:solidFill>
              </a:rPr>
              <a:t>The goal is to make college research less overwhelming, more transparent, and easier to compare across </a:t>
            </a:r>
            <a:r>
              <a:rPr lang="en-US" err="1">
                <a:solidFill>
                  <a:srgbClr val="35403A"/>
                </a:solidFill>
              </a:rPr>
              <a:t>institutions.Allowing</a:t>
            </a:r>
            <a:r>
              <a:rPr lang="en-US">
                <a:solidFill>
                  <a:srgbClr val="35403A"/>
                </a:solidFill>
              </a:rPr>
              <a:t> every student to have a chance to make an informed decision on their college journey that supports </a:t>
            </a:r>
            <a:r>
              <a:rPr lang="en-US" err="1">
                <a:solidFill>
                  <a:srgbClr val="35403A"/>
                </a:solidFill>
              </a:rPr>
              <a:t>theircareer</a:t>
            </a:r>
            <a:r>
              <a:rPr lang="en-US">
                <a:solidFill>
                  <a:srgbClr val="35403A"/>
                </a:solidFill>
              </a:rPr>
              <a:t> goal.</a:t>
            </a:r>
            <a:endParaRPr lang="en-US"/>
          </a:p>
          <a:p>
            <a:pPr marL="285750" indent="-285750">
              <a:lnSpc>
                <a:spcPct val="120000"/>
              </a:lnSpc>
              <a:spcBef>
                <a:spcPts val="1000"/>
              </a:spcBef>
              <a:buFont typeface="Arial"/>
              <a:buChar char="•"/>
            </a:pPr>
            <a:endParaRPr lang="en-US"/>
          </a:p>
        </p:txBody>
      </p:sp>
      <p:sp>
        <p:nvSpPr>
          <p:cNvPr id="4" name="Slide Number Placeholder 3"/>
          <p:cNvSpPr>
            <a:spLocks noGrp="1"/>
          </p:cNvSpPr>
          <p:nvPr>
            <p:ph type="sldNum" sz="quarter" idx="5"/>
          </p:nvPr>
        </p:nvSpPr>
        <p:spPr/>
        <p:txBody>
          <a:bodyPr/>
          <a:lstStyle/>
          <a:p>
            <a:fld id="{C67D7951-53A2-4FCC-B6F8-0B3619C6DBBA}" type="slidenum">
              <a:t>2</a:t>
            </a:fld>
            <a:endParaRPr lang="en-US"/>
          </a:p>
        </p:txBody>
      </p:sp>
    </p:spTree>
    <p:extLst>
      <p:ext uri="{BB962C8B-B14F-4D97-AF65-F5344CB8AC3E}">
        <p14:creationId xmlns:p14="http://schemas.microsoft.com/office/powerpoint/2010/main" val="3401930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4F405-988E-57AA-1C1E-1F049979E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C6164-493D-2018-A5B3-6A470ED21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2F5A9F-CB05-E139-C8F4-BE645A42BBBA}"/>
              </a:ext>
            </a:extLst>
          </p:cNvPr>
          <p:cNvSpPr>
            <a:spLocks noGrp="1"/>
          </p:cNvSpPr>
          <p:nvPr>
            <p:ph type="body" idx="1"/>
          </p:nvPr>
        </p:nvSpPr>
        <p:spPr/>
        <p:txBody>
          <a:bodyPr/>
          <a:lstStyle/>
          <a:p>
            <a:pPr marL="285750" indent="-285750">
              <a:lnSpc>
                <a:spcPct val="120000"/>
              </a:lnSpc>
              <a:spcBef>
                <a:spcPts val="1000"/>
              </a:spcBef>
              <a:buFont typeface="Arial"/>
              <a:buChar char="•"/>
            </a:pPr>
            <a:r>
              <a:rPr lang="en-US" err="1">
                <a:solidFill>
                  <a:srgbClr val="35403A"/>
                </a:solidFill>
              </a:rPr>
              <a:t>CollegeIns</a:t>
            </a:r>
            <a:r>
              <a:rPr lang="en-US">
                <a:solidFill>
                  <a:srgbClr val="35403A"/>
                </a:solidFill>
              </a:rPr>
              <a:t> is built to help prospective college students understand which schools will best support their long-</a:t>
            </a:r>
            <a:r>
              <a:rPr lang="en-US" err="1">
                <a:solidFill>
                  <a:srgbClr val="35403A"/>
                </a:solidFill>
              </a:rPr>
              <a:t>termacademic</a:t>
            </a:r>
            <a:r>
              <a:rPr lang="en-US">
                <a:solidFill>
                  <a:srgbClr val="35403A"/>
                </a:solidFill>
              </a:rPr>
              <a:t> and further career goals. The site gathers key data such as program strengths, college data, and </a:t>
            </a:r>
            <a:r>
              <a:rPr lang="en-US" err="1">
                <a:solidFill>
                  <a:srgbClr val="35403A"/>
                </a:solidFill>
              </a:rPr>
              <a:t>availablestudent</a:t>
            </a:r>
            <a:r>
              <a:rPr lang="en-US">
                <a:solidFill>
                  <a:srgbClr val="35403A"/>
                </a:solidFill>
              </a:rPr>
              <a:t> resources, and presents it in a clear and accessible way.</a:t>
            </a:r>
            <a:endParaRPr lang="en-US"/>
          </a:p>
          <a:p>
            <a:pPr marL="285750" indent="-285750">
              <a:lnSpc>
                <a:spcPct val="120000"/>
              </a:lnSpc>
              <a:spcBef>
                <a:spcPts val="1000"/>
              </a:spcBef>
              <a:buFont typeface="Arial"/>
              <a:buChar char="•"/>
            </a:pPr>
            <a:r>
              <a:rPr lang="en-US">
                <a:solidFill>
                  <a:srgbClr val="35403A"/>
                </a:solidFill>
              </a:rPr>
              <a:t>The goal is to make college research less overwhelming, more transparent, and easier to compare across </a:t>
            </a:r>
            <a:r>
              <a:rPr lang="en-US" err="1">
                <a:solidFill>
                  <a:srgbClr val="35403A"/>
                </a:solidFill>
              </a:rPr>
              <a:t>institutions.Allowing</a:t>
            </a:r>
            <a:r>
              <a:rPr lang="en-US">
                <a:solidFill>
                  <a:srgbClr val="35403A"/>
                </a:solidFill>
              </a:rPr>
              <a:t> every student to have a chance to make an informed decision on their college journey that supports </a:t>
            </a:r>
            <a:r>
              <a:rPr lang="en-US" err="1">
                <a:solidFill>
                  <a:srgbClr val="35403A"/>
                </a:solidFill>
              </a:rPr>
              <a:t>theircareer</a:t>
            </a:r>
            <a:r>
              <a:rPr lang="en-US">
                <a:solidFill>
                  <a:srgbClr val="35403A"/>
                </a:solidFill>
              </a:rPr>
              <a:t> goal.</a:t>
            </a:r>
            <a:endParaRPr lang="en-US"/>
          </a:p>
          <a:p>
            <a:pPr marL="285750" indent="-285750">
              <a:lnSpc>
                <a:spcPct val="120000"/>
              </a:lnSpc>
              <a:spcBef>
                <a:spcPts val="1000"/>
              </a:spcBef>
              <a:buFont typeface="Arial"/>
              <a:buChar char="•"/>
            </a:pPr>
            <a:endParaRPr lang="en-US"/>
          </a:p>
        </p:txBody>
      </p:sp>
      <p:sp>
        <p:nvSpPr>
          <p:cNvPr id="4" name="Slide Number Placeholder 3">
            <a:extLst>
              <a:ext uri="{FF2B5EF4-FFF2-40B4-BE49-F238E27FC236}">
                <a16:creationId xmlns:a16="http://schemas.microsoft.com/office/drawing/2014/main" id="{4BA743AB-10B0-D6A6-D366-E0602126FC29}"/>
              </a:ext>
            </a:extLst>
          </p:cNvPr>
          <p:cNvSpPr>
            <a:spLocks noGrp="1"/>
          </p:cNvSpPr>
          <p:nvPr>
            <p:ph type="sldNum" sz="quarter" idx="5"/>
          </p:nvPr>
        </p:nvSpPr>
        <p:spPr/>
        <p:txBody>
          <a:bodyPr/>
          <a:lstStyle/>
          <a:p>
            <a:fld id="{C67D7951-53A2-4FCC-B6F8-0B3619C6DBBA}" type="slidenum">
              <a:t>3</a:t>
            </a:fld>
            <a:endParaRPr lang="en-US"/>
          </a:p>
        </p:txBody>
      </p:sp>
    </p:spTree>
    <p:extLst>
      <p:ext uri="{BB962C8B-B14F-4D97-AF65-F5344CB8AC3E}">
        <p14:creationId xmlns:p14="http://schemas.microsoft.com/office/powerpoint/2010/main" val="789917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D6F5-A9D4-C22B-732C-A31A172FB93C}"/>
              </a:ext>
            </a:extLst>
          </p:cNvPr>
          <p:cNvSpPr>
            <a:spLocks noGrp="1"/>
          </p:cNvSpPr>
          <p:nvPr>
            <p:ph type="ctrTitle"/>
          </p:nvPr>
        </p:nvSpPr>
        <p:spPr>
          <a:xfrm>
            <a:off x="1524000" y="1122363"/>
            <a:ext cx="9144000" cy="2209393"/>
          </a:xfrm>
        </p:spPr>
        <p:txBody>
          <a:bodyPr anchor="b">
            <a:normAutofit/>
          </a:bodyPr>
          <a:lstStyle>
            <a:lvl1pPr algn="ctr">
              <a:defRPr sz="3600"/>
            </a:lvl1pPr>
          </a:lstStyle>
          <a:p>
            <a:r>
              <a:rPr lang="en-US"/>
              <a:t>Click to edit Master title style</a:t>
            </a:r>
          </a:p>
        </p:txBody>
      </p:sp>
      <p:sp>
        <p:nvSpPr>
          <p:cNvPr id="3" name="Subtitle 2">
            <a:extLst>
              <a:ext uri="{FF2B5EF4-FFF2-40B4-BE49-F238E27FC236}">
                <a16:creationId xmlns:a16="http://schemas.microsoft.com/office/drawing/2014/main" id="{E11AFD6E-3459-290F-1147-F0C47ACEEA5B}"/>
              </a:ext>
            </a:extLst>
          </p:cNvPr>
          <p:cNvSpPr>
            <a:spLocks noGrp="1"/>
          </p:cNvSpPr>
          <p:nvPr>
            <p:ph type="subTitle" idx="1"/>
          </p:nvPr>
        </p:nvSpPr>
        <p:spPr>
          <a:xfrm>
            <a:off x="1524000" y="4346774"/>
            <a:ext cx="9144000" cy="1066890"/>
          </a:xfrm>
        </p:spPr>
        <p:txBody>
          <a:bodyPr anchor="t">
            <a:normAutofit/>
          </a:bodyPr>
          <a:lstStyle>
            <a:lvl1pPr marL="0" indent="0" algn="ctr">
              <a:buNone/>
              <a:defRPr sz="1600" cap="all" spc="3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4674D3-6FB9-5549-B0F2-FD61E82D1FF1}"/>
              </a:ext>
            </a:extLst>
          </p:cNvPr>
          <p:cNvSpPr>
            <a:spLocks noGrp="1"/>
          </p:cNvSpPr>
          <p:nvPr>
            <p:ph type="dt" sz="half" idx="10"/>
          </p:nvPr>
        </p:nvSpPr>
        <p:spPr/>
        <p:txBody>
          <a:bodyPr/>
          <a:lstStyle/>
          <a:p>
            <a:fld id="{807E39B8-A7CB-4B82-AC0C-44B99F546761}" type="datetimeFigureOut">
              <a:rPr lang="en-US" dirty="0"/>
              <a:t>11/23/2025</a:t>
            </a:fld>
            <a:endParaRPr lang="en-US"/>
          </a:p>
        </p:txBody>
      </p:sp>
      <p:sp>
        <p:nvSpPr>
          <p:cNvPr id="5" name="Footer Placeholder 4">
            <a:extLst>
              <a:ext uri="{FF2B5EF4-FFF2-40B4-BE49-F238E27FC236}">
                <a16:creationId xmlns:a16="http://schemas.microsoft.com/office/drawing/2014/main" id="{AB239BBC-C979-2C77-493E-CF5498AEB5DB}"/>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3813B7E-A51C-D9CD-2189-650A9D63BFF9}"/>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2121971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5F0-A6D4-C39B-394F-0B16E9C9CE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1860F-B260-57CE-E12B-2C94860319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45C9F-D94D-E5D3-B73A-20621FA536D5}"/>
              </a:ext>
            </a:extLst>
          </p:cNvPr>
          <p:cNvSpPr>
            <a:spLocks noGrp="1"/>
          </p:cNvSpPr>
          <p:nvPr>
            <p:ph type="dt" sz="half" idx="10"/>
          </p:nvPr>
        </p:nvSpPr>
        <p:spPr/>
        <p:txBody>
          <a:bodyPr/>
          <a:lstStyle/>
          <a:p>
            <a:fld id="{FE7E3940-CA92-4FEE-A698-62CF7BC5AC36}" type="datetimeFigureOut">
              <a:rPr lang="en-US" dirty="0"/>
              <a:t>11/23/2025</a:t>
            </a:fld>
            <a:endParaRPr lang="en-US"/>
          </a:p>
        </p:txBody>
      </p:sp>
      <p:sp>
        <p:nvSpPr>
          <p:cNvPr id="5" name="Footer Placeholder 4">
            <a:extLst>
              <a:ext uri="{FF2B5EF4-FFF2-40B4-BE49-F238E27FC236}">
                <a16:creationId xmlns:a16="http://schemas.microsoft.com/office/drawing/2014/main" id="{E5FAB243-BB42-966A-4708-15C9B11D688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5C3A3BD-2CC5-03D3-4CD6-E31A55BA2D23}"/>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84239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8633-AC3B-E617-1C54-84932DDD72E5}"/>
              </a:ext>
            </a:extLst>
          </p:cNvPr>
          <p:cNvSpPr>
            <a:spLocks noGrp="1"/>
          </p:cNvSpPr>
          <p:nvPr>
            <p:ph type="title"/>
          </p:nvPr>
        </p:nvSpPr>
        <p:spPr>
          <a:xfrm>
            <a:off x="1474236" y="1514688"/>
            <a:ext cx="8584164" cy="3138875"/>
          </a:xfrm>
        </p:spPr>
        <p:txBody>
          <a:bodyPr anchor="b">
            <a:normAutofit/>
          </a:bodyPr>
          <a:lstStyle>
            <a:lvl1pPr>
              <a:defRPr sz="3600" cap="all" spc="300" baseline="0"/>
            </a:lvl1pPr>
          </a:lstStyle>
          <a:p>
            <a:r>
              <a:rPr lang="en-US"/>
              <a:t>Click to edit Master title style</a:t>
            </a:r>
          </a:p>
        </p:txBody>
      </p:sp>
      <p:sp>
        <p:nvSpPr>
          <p:cNvPr id="3" name="Text Placeholder 2">
            <a:extLst>
              <a:ext uri="{FF2B5EF4-FFF2-40B4-BE49-F238E27FC236}">
                <a16:creationId xmlns:a16="http://schemas.microsoft.com/office/drawing/2014/main" id="{CF68C242-ECAB-AEC3-7E9B-F9854AF31CD2}"/>
              </a:ext>
            </a:extLst>
          </p:cNvPr>
          <p:cNvSpPr>
            <a:spLocks noGrp="1"/>
          </p:cNvSpPr>
          <p:nvPr>
            <p:ph type="body" idx="1"/>
          </p:nvPr>
        </p:nvSpPr>
        <p:spPr>
          <a:xfrm>
            <a:off x="1474236" y="4963885"/>
            <a:ext cx="8584165" cy="1125765"/>
          </a:xfrm>
        </p:spPr>
        <p:txBody>
          <a:bodyPr>
            <a:normAutofit/>
          </a:bodyPr>
          <a:lstStyle>
            <a:lvl1pPr marL="0" indent="0">
              <a:buNone/>
              <a:defRPr sz="1600" cap="all" spc="300" baseline="0">
                <a:solidFill>
                  <a:schemeClr val="tx2"/>
                </a:solidFill>
              </a:defRPr>
            </a:lvl1pPr>
            <a:lvl2pPr marL="457200" indent="0">
              <a:buNone/>
              <a:defRPr sz="1600">
                <a:solidFill>
                  <a:schemeClr val="tx1">
                    <a:tint val="82000"/>
                  </a:schemeClr>
                </a:solidFill>
              </a:defRPr>
            </a:lvl2pPr>
            <a:lvl3pPr marL="914400" indent="0">
              <a:buNone/>
              <a:defRPr sz="16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0D9B82-EEF4-2CD7-61FE-BAFB2B96D641}"/>
              </a:ext>
            </a:extLst>
          </p:cNvPr>
          <p:cNvSpPr>
            <a:spLocks noGrp="1"/>
          </p:cNvSpPr>
          <p:nvPr>
            <p:ph type="dt" sz="half" idx="10"/>
          </p:nvPr>
        </p:nvSpPr>
        <p:spPr/>
        <p:txBody>
          <a:bodyPr/>
          <a:lstStyle/>
          <a:p>
            <a:fld id="{E33CD641-6C35-45D1-9313-2719E9EA8AD8}" type="datetimeFigureOut">
              <a:rPr lang="en-US" dirty="0"/>
              <a:t>11/23/2025</a:t>
            </a:fld>
            <a:endParaRPr lang="en-US"/>
          </a:p>
        </p:txBody>
      </p:sp>
      <p:sp>
        <p:nvSpPr>
          <p:cNvPr id="5" name="Footer Placeholder 4">
            <a:extLst>
              <a:ext uri="{FF2B5EF4-FFF2-40B4-BE49-F238E27FC236}">
                <a16:creationId xmlns:a16="http://schemas.microsoft.com/office/drawing/2014/main" id="{59A222B6-F7A8-70A5-B023-FCAD5D7C4BB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E85D758-2E38-8A8D-75BC-667F6A23B95B}"/>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531713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0DFF-11BD-F5F4-35D4-1986ABBD36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5D1279-E9A9-702E-144D-61114B788E88}"/>
              </a:ext>
            </a:extLst>
          </p:cNvPr>
          <p:cNvSpPr>
            <a:spLocks noGrp="1"/>
          </p:cNvSpPr>
          <p:nvPr>
            <p:ph sz="half" idx="1"/>
          </p:nvPr>
        </p:nvSpPr>
        <p:spPr>
          <a:xfrm>
            <a:off x="877824" y="2159175"/>
            <a:ext cx="4977453" cy="401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84E624-7A76-56EC-FA0D-E2AA8EF9B951}"/>
              </a:ext>
            </a:extLst>
          </p:cNvPr>
          <p:cNvSpPr>
            <a:spLocks noGrp="1"/>
          </p:cNvSpPr>
          <p:nvPr>
            <p:ph sz="half" idx="2"/>
          </p:nvPr>
        </p:nvSpPr>
        <p:spPr>
          <a:xfrm>
            <a:off x="6328391" y="2159175"/>
            <a:ext cx="4985785" cy="40177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9D7DF5-30AD-AE47-D516-5CEE82770734}"/>
              </a:ext>
            </a:extLst>
          </p:cNvPr>
          <p:cNvSpPr>
            <a:spLocks noGrp="1"/>
          </p:cNvSpPr>
          <p:nvPr>
            <p:ph type="dt" sz="half" idx="10"/>
          </p:nvPr>
        </p:nvSpPr>
        <p:spPr/>
        <p:txBody>
          <a:bodyPr/>
          <a:lstStyle/>
          <a:p>
            <a:fld id="{35301268-3A74-4110-8F08-063DFB8BB885}" type="datetimeFigureOut">
              <a:rPr lang="en-US" dirty="0"/>
              <a:t>11/23/2025</a:t>
            </a:fld>
            <a:endParaRPr lang="en-US"/>
          </a:p>
        </p:txBody>
      </p:sp>
      <p:sp>
        <p:nvSpPr>
          <p:cNvPr id="6" name="Footer Placeholder 5">
            <a:extLst>
              <a:ext uri="{FF2B5EF4-FFF2-40B4-BE49-F238E27FC236}">
                <a16:creationId xmlns:a16="http://schemas.microsoft.com/office/drawing/2014/main" id="{8B05C503-B649-B083-6341-F6E376AF8C72}"/>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E53EA35-CF5A-DB36-8B14-5C184B6F14D3}"/>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419264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A3D8-FDD9-329B-BCC6-BBF47F01BEE2}"/>
              </a:ext>
            </a:extLst>
          </p:cNvPr>
          <p:cNvSpPr>
            <a:spLocks noGrp="1"/>
          </p:cNvSpPr>
          <p:nvPr>
            <p:ph type="title"/>
          </p:nvPr>
        </p:nvSpPr>
        <p:spPr>
          <a:xfrm>
            <a:off x="881348" y="602671"/>
            <a:ext cx="10429303" cy="768928"/>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EEF7DC-0699-CB3C-A7CB-39035D89A4A5}"/>
              </a:ext>
            </a:extLst>
          </p:cNvPr>
          <p:cNvSpPr>
            <a:spLocks noGrp="1"/>
          </p:cNvSpPr>
          <p:nvPr>
            <p:ph type="body" idx="1"/>
          </p:nvPr>
        </p:nvSpPr>
        <p:spPr>
          <a:xfrm>
            <a:off x="881349" y="1696325"/>
            <a:ext cx="4963538"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a:t>Click to edit Master text styles</a:t>
            </a:r>
          </a:p>
        </p:txBody>
      </p:sp>
      <p:sp>
        <p:nvSpPr>
          <p:cNvPr id="4" name="Content Placeholder 3">
            <a:extLst>
              <a:ext uri="{FF2B5EF4-FFF2-40B4-BE49-F238E27FC236}">
                <a16:creationId xmlns:a16="http://schemas.microsoft.com/office/drawing/2014/main" id="{D252EB40-99E1-CCA4-BAFA-F51AA56CF295}"/>
              </a:ext>
            </a:extLst>
          </p:cNvPr>
          <p:cNvSpPr>
            <a:spLocks noGrp="1"/>
          </p:cNvSpPr>
          <p:nvPr>
            <p:ph sz="half" idx="2"/>
          </p:nvPr>
        </p:nvSpPr>
        <p:spPr>
          <a:xfrm>
            <a:off x="881349" y="2344025"/>
            <a:ext cx="4963538" cy="3833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8979BC-6B50-751D-D569-F360938B05C8}"/>
              </a:ext>
            </a:extLst>
          </p:cNvPr>
          <p:cNvSpPr>
            <a:spLocks noGrp="1"/>
          </p:cNvSpPr>
          <p:nvPr>
            <p:ph type="body" sz="quarter" idx="3"/>
          </p:nvPr>
        </p:nvSpPr>
        <p:spPr>
          <a:xfrm>
            <a:off x="6322669" y="1696325"/>
            <a:ext cx="4987982"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a:t>Click to edit Master text styles</a:t>
            </a:r>
          </a:p>
        </p:txBody>
      </p:sp>
      <p:sp>
        <p:nvSpPr>
          <p:cNvPr id="6" name="Content Placeholder 5">
            <a:extLst>
              <a:ext uri="{FF2B5EF4-FFF2-40B4-BE49-F238E27FC236}">
                <a16:creationId xmlns:a16="http://schemas.microsoft.com/office/drawing/2014/main" id="{84A3A26F-230E-2D25-6BDC-6ECA00FAEFD5}"/>
              </a:ext>
            </a:extLst>
          </p:cNvPr>
          <p:cNvSpPr>
            <a:spLocks noGrp="1"/>
          </p:cNvSpPr>
          <p:nvPr>
            <p:ph sz="quarter" idx="4"/>
          </p:nvPr>
        </p:nvSpPr>
        <p:spPr>
          <a:xfrm>
            <a:off x="6322669" y="2344025"/>
            <a:ext cx="4987982" cy="3833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182A01-DE7C-3BA4-96FF-CDEF2F608FCA}"/>
              </a:ext>
            </a:extLst>
          </p:cNvPr>
          <p:cNvSpPr>
            <a:spLocks noGrp="1"/>
          </p:cNvSpPr>
          <p:nvPr>
            <p:ph type="dt" sz="half" idx="10"/>
          </p:nvPr>
        </p:nvSpPr>
        <p:spPr/>
        <p:txBody>
          <a:bodyPr/>
          <a:lstStyle/>
          <a:p>
            <a:fld id="{BF91C1AF-C1FB-48A7-98B4-E595E63F6614}" type="datetimeFigureOut">
              <a:rPr lang="en-US" dirty="0"/>
              <a:t>11/23/2025</a:t>
            </a:fld>
            <a:endParaRPr lang="en-US"/>
          </a:p>
        </p:txBody>
      </p:sp>
      <p:sp>
        <p:nvSpPr>
          <p:cNvPr id="8" name="Footer Placeholder 7">
            <a:extLst>
              <a:ext uri="{FF2B5EF4-FFF2-40B4-BE49-F238E27FC236}">
                <a16:creationId xmlns:a16="http://schemas.microsoft.com/office/drawing/2014/main" id="{6FCAA828-0166-8ECD-BCE8-654BEFDD7155}"/>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7690C0D2-459A-04AA-FD90-7687D2FE8A9D}"/>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68792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549F-FA71-857F-E02E-3CB63CE683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569611-F911-D3D4-B613-ACCDA56C45D2}"/>
              </a:ext>
            </a:extLst>
          </p:cNvPr>
          <p:cNvSpPr>
            <a:spLocks noGrp="1"/>
          </p:cNvSpPr>
          <p:nvPr>
            <p:ph type="dt" sz="half" idx="10"/>
          </p:nvPr>
        </p:nvSpPr>
        <p:spPr/>
        <p:txBody>
          <a:bodyPr/>
          <a:lstStyle/>
          <a:p>
            <a:fld id="{97144C44-5F8C-4BEA-BBCE-8694F126DC43}" type="datetimeFigureOut">
              <a:rPr lang="en-US" dirty="0"/>
              <a:t>11/23/2025</a:t>
            </a:fld>
            <a:endParaRPr lang="en-US"/>
          </a:p>
        </p:txBody>
      </p:sp>
      <p:sp>
        <p:nvSpPr>
          <p:cNvPr id="4" name="Footer Placeholder 3">
            <a:extLst>
              <a:ext uri="{FF2B5EF4-FFF2-40B4-BE49-F238E27FC236}">
                <a16:creationId xmlns:a16="http://schemas.microsoft.com/office/drawing/2014/main" id="{F6EA1961-0B6B-8FEB-F2CB-C42E90EF2DFD}"/>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F42AA80E-3139-9F1B-9C3E-2A76628CF4F8}"/>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750963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54789-9F96-511A-0FB6-24F6A8418C72}"/>
              </a:ext>
            </a:extLst>
          </p:cNvPr>
          <p:cNvSpPr>
            <a:spLocks noGrp="1"/>
          </p:cNvSpPr>
          <p:nvPr>
            <p:ph type="dt" sz="half" idx="10"/>
          </p:nvPr>
        </p:nvSpPr>
        <p:spPr/>
        <p:txBody>
          <a:bodyPr/>
          <a:lstStyle/>
          <a:p>
            <a:fld id="{039E56F9-C8F2-4EF7-8042-704C94FF2795}" type="datetimeFigureOut">
              <a:rPr lang="en-US" dirty="0"/>
              <a:t>11/23/2025</a:t>
            </a:fld>
            <a:endParaRPr lang="en-US"/>
          </a:p>
        </p:txBody>
      </p:sp>
      <p:sp>
        <p:nvSpPr>
          <p:cNvPr id="3" name="Footer Placeholder 2">
            <a:extLst>
              <a:ext uri="{FF2B5EF4-FFF2-40B4-BE49-F238E27FC236}">
                <a16:creationId xmlns:a16="http://schemas.microsoft.com/office/drawing/2014/main" id="{8B780399-ADEF-8F74-9F59-6AD804C9393E}"/>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95B6A34F-ABAB-9C4E-38A1-C6EEB944B97C}"/>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560630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17-2BF6-1CE2-F34B-49F0D09A1B91}"/>
              </a:ext>
            </a:extLst>
          </p:cNvPr>
          <p:cNvSpPr>
            <a:spLocks noGrp="1"/>
          </p:cNvSpPr>
          <p:nvPr>
            <p:ph type="title"/>
          </p:nvPr>
        </p:nvSpPr>
        <p:spPr>
          <a:xfrm>
            <a:off x="839788" y="807868"/>
            <a:ext cx="3640713" cy="2062594"/>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40815B8F-A9F3-8583-FFF1-175021F17AF0}"/>
              </a:ext>
            </a:extLst>
          </p:cNvPr>
          <p:cNvSpPr>
            <a:spLocks noGrp="1"/>
          </p:cNvSpPr>
          <p:nvPr>
            <p:ph idx="1"/>
          </p:nvPr>
        </p:nvSpPr>
        <p:spPr>
          <a:xfrm>
            <a:off x="5432898" y="807867"/>
            <a:ext cx="5922489" cy="505318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D90AFF-A949-CE9E-6B94-C1B619612915}"/>
              </a:ext>
            </a:extLst>
          </p:cNvPr>
          <p:cNvSpPr>
            <a:spLocks noGrp="1"/>
          </p:cNvSpPr>
          <p:nvPr>
            <p:ph type="body" sz="half" idx="2"/>
          </p:nvPr>
        </p:nvSpPr>
        <p:spPr>
          <a:xfrm>
            <a:off x="839788" y="3000652"/>
            <a:ext cx="3640713"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95267E-088F-FB9A-9469-551890F29F01}"/>
              </a:ext>
            </a:extLst>
          </p:cNvPr>
          <p:cNvSpPr>
            <a:spLocks noGrp="1"/>
          </p:cNvSpPr>
          <p:nvPr>
            <p:ph type="dt" sz="half" idx="10"/>
          </p:nvPr>
        </p:nvSpPr>
        <p:spPr/>
        <p:txBody>
          <a:bodyPr/>
          <a:lstStyle/>
          <a:p>
            <a:fld id="{4F6932DF-953D-44BD-83F8-5D8DA76EA12A}" type="datetimeFigureOut">
              <a:rPr lang="en-US" dirty="0"/>
              <a:t>11/23/2025</a:t>
            </a:fld>
            <a:endParaRPr lang="en-US"/>
          </a:p>
        </p:txBody>
      </p:sp>
      <p:sp>
        <p:nvSpPr>
          <p:cNvPr id="6" name="Footer Placeholder 5">
            <a:extLst>
              <a:ext uri="{FF2B5EF4-FFF2-40B4-BE49-F238E27FC236}">
                <a16:creationId xmlns:a16="http://schemas.microsoft.com/office/drawing/2014/main" id="{38EA3FFC-B3A6-C0B6-5DAE-70BE0D6FBD6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08D35F-BC2E-8D14-060F-449CBAF7C0D2}"/>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162627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09ED-ED97-A3CE-5569-77B45F41450A}"/>
              </a:ext>
            </a:extLst>
          </p:cNvPr>
          <p:cNvSpPr>
            <a:spLocks noGrp="1"/>
          </p:cNvSpPr>
          <p:nvPr>
            <p:ph type="title"/>
          </p:nvPr>
        </p:nvSpPr>
        <p:spPr>
          <a:xfrm>
            <a:off x="839788" y="820881"/>
            <a:ext cx="3639312" cy="2062595"/>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0683BB3A-9E24-DE4C-9619-1502F1B6F389}"/>
              </a:ext>
            </a:extLst>
          </p:cNvPr>
          <p:cNvSpPr>
            <a:spLocks noGrp="1" noChangeAspect="1"/>
          </p:cNvSpPr>
          <p:nvPr>
            <p:ph type="pic" idx="1"/>
          </p:nvPr>
        </p:nvSpPr>
        <p:spPr>
          <a:xfrm>
            <a:off x="5247408" y="919595"/>
            <a:ext cx="6107979" cy="501361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B4CE1F-29E0-88BB-8489-E58236B8B17B}"/>
              </a:ext>
            </a:extLst>
          </p:cNvPr>
          <p:cNvSpPr>
            <a:spLocks noGrp="1"/>
          </p:cNvSpPr>
          <p:nvPr>
            <p:ph type="body" sz="half" idx="2"/>
          </p:nvPr>
        </p:nvSpPr>
        <p:spPr>
          <a:xfrm>
            <a:off x="839788" y="3000652"/>
            <a:ext cx="3643889"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4B7212-6816-FFD1-50B2-58844AD38E26}"/>
              </a:ext>
            </a:extLst>
          </p:cNvPr>
          <p:cNvSpPr>
            <a:spLocks noGrp="1"/>
          </p:cNvSpPr>
          <p:nvPr>
            <p:ph type="dt" sz="half" idx="10"/>
          </p:nvPr>
        </p:nvSpPr>
        <p:spPr/>
        <p:txBody>
          <a:bodyPr/>
          <a:lstStyle/>
          <a:p>
            <a:fld id="{352F326D-65F4-4B2F-9A62-9E4BD9402C47}" type="datetimeFigureOut">
              <a:rPr lang="en-US" dirty="0"/>
              <a:t>11/23/2025</a:t>
            </a:fld>
            <a:endParaRPr lang="en-US"/>
          </a:p>
        </p:txBody>
      </p:sp>
      <p:sp>
        <p:nvSpPr>
          <p:cNvPr id="6" name="Footer Placeholder 5">
            <a:extLst>
              <a:ext uri="{FF2B5EF4-FFF2-40B4-BE49-F238E27FC236}">
                <a16:creationId xmlns:a16="http://schemas.microsoft.com/office/drawing/2014/main" id="{A2417744-5A24-B7B7-5FD6-E98E60832F27}"/>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14CDA4D1-A71D-A7A6-3D0C-294E5D280BE8}"/>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230897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90AE-F72C-4C2E-E2D0-7A8D7EEF08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41B46D-142E-8C8E-C4F4-B6B1586A6F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4D92E3-36AD-2615-0166-6B73C34F10FA}"/>
              </a:ext>
            </a:extLst>
          </p:cNvPr>
          <p:cNvSpPr>
            <a:spLocks noGrp="1"/>
          </p:cNvSpPr>
          <p:nvPr>
            <p:ph type="dt" sz="half" idx="10"/>
          </p:nvPr>
        </p:nvSpPr>
        <p:spPr/>
        <p:txBody>
          <a:bodyPr/>
          <a:lstStyle/>
          <a:p>
            <a:fld id="{01742F6F-0846-489A-A4BC-61B476BE2887}" type="datetimeFigureOut">
              <a:rPr lang="en-US" dirty="0"/>
              <a:t>11/23/2025</a:t>
            </a:fld>
            <a:endParaRPr lang="en-US"/>
          </a:p>
        </p:txBody>
      </p:sp>
      <p:sp>
        <p:nvSpPr>
          <p:cNvPr id="5" name="Footer Placeholder 4">
            <a:extLst>
              <a:ext uri="{FF2B5EF4-FFF2-40B4-BE49-F238E27FC236}">
                <a16:creationId xmlns:a16="http://schemas.microsoft.com/office/drawing/2014/main" id="{F10BFB69-319D-2284-2734-217160D396D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A6883B0-C775-5BD2-8EC6-A41D19BCA156}"/>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3753162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040463-6D41-8D45-088A-540B0D18838A}"/>
              </a:ext>
            </a:extLst>
          </p:cNvPr>
          <p:cNvSpPr>
            <a:spLocks noGrp="1"/>
          </p:cNvSpPr>
          <p:nvPr>
            <p:ph type="title" orient="vert"/>
          </p:nvPr>
        </p:nvSpPr>
        <p:spPr>
          <a:xfrm>
            <a:off x="8724900" y="592281"/>
            <a:ext cx="2628900" cy="558468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5F2276-7F04-F3F7-E3CE-F81C8DC637DC}"/>
              </a:ext>
            </a:extLst>
          </p:cNvPr>
          <p:cNvSpPr>
            <a:spLocks noGrp="1"/>
          </p:cNvSpPr>
          <p:nvPr>
            <p:ph type="body" orient="vert" idx="1"/>
          </p:nvPr>
        </p:nvSpPr>
        <p:spPr>
          <a:xfrm>
            <a:off x="838200" y="592281"/>
            <a:ext cx="7734300" cy="55846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802BF-9E0C-3251-8FAE-81F07DB05344}"/>
              </a:ext>
            </a:extLst>
          </p:cNvPr>
          <p:cNvSpPr>
            <a:spLocks noGrp="1"/>
          </p:cNvSpPr>
          <p:nvPr>
            <p:ph type="dt" sz="half" idx="10"/>
          </p:nvPr>
        </p:nvSpPr>
        <p:spPr/>
        <p:txBody>
          <a:bodyPr/>
          <a:lstStyle/>
          <a:p>
            <a:fld id="{B229DF21-A340-467A-94AB-9502647BB771}" type="datetimeFigureOut">
              <a:rPr lang="en-US" dirty="0"/>
              <a:t>11/23/2025</a:t>
            </a:fld>
            <a:endParaRPr lang="en-US"/>
          </a:p>
        </p:txBody>
      </p:sp>
      <p:sp>
        <p:nvSpPr>
          <p:cNvPr id="5" name="Footer Placeholder 4">
            <a:extLst>
              <a:ext uri="{FF2B5EF4-FFF2-40B4-BE49-F238E27FC236}">
                <a16:creationId xmlns:a16="http://schemas.microsoft.com/office/drawing/2014/main" id="{329F1754-5B8F-A9FA-E8B1-06E04CE283D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F01E6A8-5139-ECD4-CC0C-32FFC6741000}"/>
              </a:ext>
            </a:extLst>
          </p:cNvPr>
          <p:cNvSpPr>
            <a:spLocks noGrp="1"/>
          </p:cNvSpPr>
          <p:nvPr>
            <p:ph type="sldNum" sz="quarter" idx="12"/>
          </p:nvPr>
        </p:nvSpPr>
        <p:spPr/>
        <p:txBody>
          <a:bodyPr/>
          <a:lstStyle/>
          <a:p>
            <a:fld id="{5E4DE196-8A13-4FF7-A07E-102851959EAB}" type="slidenum">
              <a:rPr lang="en-US" dirty="0"/>
              <a:t>‹#›</a:t>
            </a:fld>
            <a:endParaRPr lang="en-US"/>
          </a:p>
        </p:txBody>
      </p:sp>
    </p:spTree>
    <p:extLst>
      <p:ext uri="{BB962C8B-B14F-4D97-AF65-F5344CB8AC3E}">
        <p14:creationId xmlns:p14="http://schemas.microsoft.com/office/powerpoint/2010/main" val="1944620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858A62-FE72-978B-BE71-05908D82E1A4}"/>
              </a:ext>
            </a:extLst>
          </p:cNvPr>
          <p:cNvSpPr/>
          <p:nvPr/>
        </p:nvSpPr>
        <p:spPr>
          <a:xfrm>
            <a:off x="0" y="0"/>
            <a:ext cx="12192000" cy="6860161"/>
          </a:xfrm>
          <a:prstGeom prst="rect">
            <a:avLst/>
          </a:prstGeom>
          <a:solidFill>
            <a:schemeClr val="bg2">
              <a:lumMod val="75000"/>
              <a:alpha val="1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a:lstStyle/>
          <a:p>
            <a:endParaRPr lang="en-AU"/>
          </a:p>
        </p:txBody>
      </p:sp>
      <p:sp>
        <p:nvSpPr>
          <p:cNvPr id="2" name="Title Placeholder 1">
            <a:extLst>
              <a:ext uri="{FF2B5EF4-FFF2-40B4-BE49-F238E27FC236}">
                <a16:creationId xmlns:a16="http://schemas.microsoft.com/office/drawing/2014/main" id="{5BFA14B7-4740-5D9F-6489-BAD00C3E0D68}"/>
              </a:ext>
            </a:extLst>
          </p:cNvPr>
          <p:cNvSpPr>
            <a:spLocks noGrp="1"/>
          </p:cNvSpPr>
          <p:nvPr>
            <p:ph type="title"/>
          </p:nvPr>
        </p:nvSpPr>
        <p:spPr>
          <a:xfrm>
            <a:off x="871108" y="588245"/>
            <a:ext cx="10449784" cy="126592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790487F-803F-C5AF-BD93-39C0FC738963}"/>
              </a:ext>
            </a:extLst>
          </p:cNvPr>
          <p:cNvSpPr>
            <a:spLocks noGrp="1"/>
          </p:cNvSpPr>
          <p:nvPr>
            <p:ph type="body" idx="1"/>
          </p:nvPr>
        </p:nvSpPr>
        <p:spPr>
          <a:xfrm>
            <a:off x="877824" y="2157984"/>
            <a:ext cx="10442448" cy="390381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86FCEF-4EDF-C2EF-7D81-FEFF7042F350}"/>
              </a:ext>
            </a:extLst>
          </p:cNvPr>
          <p:cNvSpPr>
            <a:spLocks noGrp="1"/>
          </p:cNvSpPr>
          <p:nvPr>
            <p:ph type="dt" sz="half" idx="2"/>
          </p:nvPr>
        </p:nvSpPr>
        <p:spPr>
          <a:xfrm>
            <a:off x="877824" y="6356350"/>
            <a:ext cx="2743200" cy="365125"/>
          </a:xfrm>
          <a:prstGeom prst="rect">
            <a:avLst/>
          </a:prstGeom>
        </p:spPr>
        <p:txBody>
          <a:bodyPr vert="horz" lIns="91440" tIns="45720" rIns="91440" bIns="45720" rtlCol="0" anchor="ctr"/>
          <a:lstStyle>
            <a:lvl1pPr algn="l">
              <a:defRPr sz="800" cap="all" spc="300" baseline="0">
                <a:solidFill>
                  <a:schemeClr val="tx2"/>
                </a:solidFill>
              </a:defRPr>
            </a:lvl1pPr>
          </a:lstStyle>
          <a:p>
            <a:fld id="{F9B0CB28-85DB-480B-8C99-FD493ACC7120}" type="datetimeFigureOut">
              <a:rPr lang="en-US" dirty="0"/>
              <a:t>11/23/2025</a:t>
            </a:fld>
            <a:endParaRPr lang="en-US"/>
          </a:p>
        </p:txBody>
      </p:sp>
      <p:sp>
        <p:nvSpPr>
          <p:cNvPr id="5" name="Footer Placeholder 4">
            <a:extLst>
              <a:ext uri="{FF2B5EF4-FFF2-40B4-BE49-F238E27FC236}">
                <a16:creationId xmlns:a16="http://schemas.microsoft.com/office/drawing/2014/main" id="{9A4663BC-4D46-C74D-DDF2-9D25B4D96F9B}"/>
              </a:ext>
            </a:extLst>
          </p:cNvPr>
          <p:cNvSpPr>
            <a:spLocks noGrp="1"/>
          </p:cNvSpPr>
          <p:nvPr>
            <p:ph type="ftr" sz="quarter" idx="3"/>
          </p:nvPr>
        </p:nvSpPr>
        <p:spPr>
          <a:xfrm>
            <a:off x="7132320" y="6356350"/>
            <a:ext cx="4297680" cy="365125"/>
          </a:xfrm>
          <a:prstGeom prst="rect">
            <a:avLst/>
          </a:prstGeom>
        </p:spPr>
        <p:txBody>
          <a:bodyPr vert="horz" lIns="91440" tIns="45720" rIns="91440" bIns="45720" rtlCol="0" anchor="ctr"/>
          <a:lstStyle>
            <a:lvl1pPr algn="r">
              <a:defRPr sz="800" cap="all" spc="300" baseline="0">
                <a:solidFill>
                  <a:schemeClr val="tx2"/>
                </a:solidFill>
              </a:defRPr>
            </a:lvl1pPr>
          </a:lstStyle>
          <a:p>
            <a:r>
              <a:rPr lang="en-US"/>
              <a:t>
              </a:t>
            </a:r>
          </a:p>
        </p:txBody>
      </p:sp>
      <p:sp>
        <p:nvSpPr>
          <p:cNvPr id="6" name="Slide Number Placeholder 5">
            <a:extLst>
              <a:ext uri="{FF2B5EF4-FFF2-40B4-BE49-F238E27FC236}">
                <a16:creationId xmlns:a16="http://schemas.microsoft.com/office/drawing/2014/main" id="{B71B4EAE-CB5C-D14B-77EF-7B155FA68353}"/>
              </a:ext>
            </a:extLst>
          </p:cNvPr>
          <p:cNvSpPr>
            <a:spLocks noGrp="1"/>
          </p:cNvSpPr>
          <p:nvPr>
            <p:ph type="sldNum" sz="quarter" idx="4"/>
          </p:nvPr>
        </p:nvSpPr>
        <p:spPr>
          <a:xfrm>
            <a:off x="11429999" y="6356350"/>
            <a:ext cx="521207" cy="365125"/>
          </a:xfrm>
          <a:prstGeom prst="rect">
            <a:avLst/>
          </a:prstGeom>
        </p:spPr>
        <p:txBody>
          <a:bodyPr vert="horz" lIns="91440" tIns="45720" rIns="91440" bIns="45720" rtlCol="0" anchor="ctr"/>
          <a:lstStyle>
            <a:lvl1pPr algn="r">
              <a:defRPr sz="1400">
                <a:solidFill>
                  <a:schemeClr val="tx2"/>
                </a:solidFill>
                <a:latin typeface="+mj-lt"/>
              </a:defRPr>
            </a:lvl1pPr>
          </a:lstStyle>
          <a:p>
            <a:fld id="{5E4DE196-8A13-4FF7-A07E-102851959EAB}" type="slidenum">
              <a:rPr lang="en-US" dirty="0"/>
              <a:pPr/>
              <a:t>‹#›</a:t>
            </a:fld>
            <a:endParaRPr lang="en-US"/>
          </a:p>
        </p:txBody>
      </p:sp>
    </p:spTree>
    <p:extLst>
      <p:ext uri="{BB962C8B-B14F-4D97-AF65-F5344CB8AC3E}">
        <p14:creationId xmlns:p14="http://schemas.microsoft.com/office/powerpoint/2010/main" val="17585255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hdr="0"/>
  <p:txStyles>
    <p:titleStyle>
      <a:lvl1pPr algn="l" defTabSz="914400" rtl="0" eaLnBrk="1" latinLnBrk="0" hangingPunct="1">
        <a:lnSpc>
          <a:spcPct val="10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orient="horz" pos="3816">
          <p15:clr>
            <a:srgbClr val="F26B43"/>
          </p15:clr>
        </p15:guide>
        <p15:guide id="6" orient="horz" pos="11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000" err="1">
                <a:latin typeface="Walbaum Display"/>
                <a:cs typeface="Arial"/>
              </a:rPr>
              <a:t>CollegeIns</a:t>
            </a:r>
            <a:endParaRPr lang="en-US" sz="6000">
              <a:latin typeface="Walbaum Display"/>
              <a:cs typeface="Arial"/>
            </a:endParaRPr>
          </a:p>
        </p:txBody>
      </p:sp>
      <p:sp>
        <p:nvSpPr>
          <p:cNvPr id="3" name="Subtitle 2"/>
          <p:cNvSpPr>
            <a:spLocks noGrp="1"/>
          </p:cNvSpPr>
          <p:nvPr>
            <p:ph type="subTitle" idx="1"/>
          </p:nvPr>
        </p:nvSpPr>
        <p:spPr>
          <a:xfrm>
            <a:off x="1524000" y="4346774"/>
            <a:ext cx="9144000" cy="1726148"/>
          </a:xfrm>
        </p:spPr>
        <p:txBody>
          <a:bodyPr vert="horz" lIns="91440" tIns="45720" rIns="91440" bIns="45720" rtlCol="0" anchor="t">
            <a:normAutofit fontScale="92500" lnSpcReduction="20000"/>
          </a:bodyPr>
          <a:lstStyle/>
          <a:p>
            <a:r>
              <a:rPr lang="en-US" sz="2000">
                <a:latin typeface="Arial"/>
                <a:cs typeface="Arial"/>
              </a:rPr>
              <a:t>Team Name: </a:t>
            </a:r>
            <a:r>
              <a:rPr lang="en-US" sz="2000" b="1">
                <a:latin typeface="Arial"/>
                <a:cs typeface="Arial"/>
              </a:rPr>
              <a:t>"Help, I lost my shoe!"</a:t>
            </a:r>
          </a:p>
          <a:p>
            <a:r>
              <a:rPr lang="en-US">
                <a:latin typeface="Arial"/>
                <a:cs typeface="Arial"/>
              </a:rPr>
              <a:t>By: </a:t>
            </a:r>
            <a:r>
              <a:rPr lang="en-US" b="1">
                <a:latin typeface="Arial"/>
                <a:cs typeface="Arial"/>
              </a:rPr>
              <a:t>Kristina Yankovsky, Ali Gul, Daniel Le, Cedar </a:t>
            </a:r>
            <a:r>
              <a:rPr lang="en-US" b="1" err="1">
                <a:latin typeface="Arial"/>
                <a:cs typeface="Arial"/>
              </a:rPr>
              <a:t>Quarmby</a:t>
            </a:r>
            <a:r>
              <a:rPr lang="en-US" b="1">
                <a:latin typeface="Arial"/>
                <a:cs typeface="Arial"/>
              </a:rPr>
              <a:t>, Erik Williams, Tony Kevin</a:t>
            </a:r>
          </a:p>
          <a:p>
            <a:r>
              <a:rPr lang="en-US">
                <a:latin typeface="Arial"/>
                <a:cs typeface="Arial"/>
              </a:rPr>
              <a:t>DEV 109</a:t>
            </a:r>
          </a:p>
          <a:p>
            <a:r>
              <a:rPr lang="en-US">
                <a:latin typeface="Arial"/>
                <a:cs typeface="Arial"/>
              </a:rPr>
              <a:t>2025/11/18</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B4825-A0AD-1F4D-4451-65260D5C1700}"/>
              </a:ext>
            </a:extLst>
          </p:cNvPr>
          <p:cNvSpPr>
            <a:spLocks noGrp="1"/>
          </p:cNvSpPr>
          <p:nvPr>
            <p:ph type="title"/>
          </p:nvPr>
        </p:nvSpPr>
        <p:spPr/>
        <p:txBody>
          <a:bodyPr/>
          <a:lstStyle/>
          <a:p>
            <a:r>
              <a:rPr lang="en-US"/>
              <a:t>Purpose:</a:t>
            </a:r>
          </a:p>
        </p:txBody>
      </p:sp>
      <p:sp>
        <p:nvSpPr>
          <p:cNvPr id="3" name="Content Placeholder 2">
            <a:extLst>
              <a:ext uri="{FF2B5EF4-FFF2-40B4-BE49-F238E27FC236}">
                <a16:creationId xmlns:a16="http://schemas.microsoft.com/office/drawing/2014/main" id="{BB785C82-193D-9C8F-FCC9-38C3B5FCD914}"/>
              </a:ext>
            </a:extLst>
          </p:cNvPr>
          <p:cNvSpPr>
            <a:spLocks noGrp="1"/>
          </p:cNvSpPr>
          <p:nvPr>
            <p:ph idx="1"/>
          </p:nvPr>
        </p:nvSpPr>
        <p:spPr>
          <a:xfrm>
            <a:off x="866279" y="2157984"/>
            <a:ext cx="5235448" cy="3903819"/>
          </a:xfrm>
        </p:spPr>
        <p:txBody>
          <a:bodyPr vert="horz" lIns="91440" tIns="45720" rIns="91440" bIns="45720" rtlCol="0" anchor="t">
            <a:normAutofit/>
          </a:bodyPr>
          <a:lstStyle/>
          <a:p>
            <a:r>
              <a:rPr lang="en-US"/>
              <a:t>Providing key data and information to support prospective students' decision on which college their</a:t>
            </a:r>
            <a:r>
              <a:rPr lang="en-US">
                <a:latin typeface="Aptos Light"/>
                <a:ea typeface="Calibri"/>
                <a:cs typeface="Calibri"/>
              </a:rPr>
              <a:t> </a:t>
            </a:r>
            <a:r>
              <a:rPr lang="en-US"/>
              <a:t>long-term academic and further career goals</a:t>
            </a:r>
          </a:p>
          <a:p>
            <a:r>
              <a:rPr lang="en-US"/>
              <a:t>Allowing students to have access to the most transparent information about the college</a:t>
            </a:r>
          </a:p>
          <a:p>
            <a:r>
              <a:rPr lang="en-US"/>
              <a:t>Making college research easier and less intimidating</a:t>
            </a:r>
          </a:p>
        </p:txBody>
      </p:sp>
      <p:sp>
        <p:nvSpPr>
          <p:cNvPr id="4" name="Date Placeholder 3">
            <a:extLst>
              <a:ext uri="{FF2B5EF4-FFF2-40B4-BE49-F238E27FC236}">
                <a16:creationId xmlns:a16="http://schemas.microsoft.com/office/drawing/2014/main" id="{E4552B5E-A537-E72C-BEA0-4B24B8FF840E}"/>
              </a:ext>
            </a:extLst>
          </p:cNvPr>
          <p:cNvSpPr>
            <a:spLocks noGrp="1"/>
          </p:cNvSpPr>
          <p:nvPr>
            <p:ph type="dt" sz="half" idx="10"/>
          </p:nvPr>
        </p:nvSpPr>
        <p:spPr/>
        <p:txBody>
          <a:bodyPr/>
          <a:lstStyle/>
          <a:p>
            <a:fld id="{3CCD1B54-EEC9-41D0-9000-807CA4E67771}" type="datetime1">
              <a:t>11/23/2025</a:t>
            </a:fld>
            <a:endParaRPr lang="en-US"/>
          </a:p>
        </p:txBody>
      </p:sp>
      <p:sp>
        <p:nvSpPr>
          <p:cNvPr id="5" name="Footer Placeholder 4">
            <a:extLst>
              <a:ext uri="{FF2B5EF4-FFF2-40B4-BE49-F238E27FC236}">
                <a16:creationId xmlns:a16="http://schemas.microsoft.com/office/drawing/2014/main" id="{20CEEC94-492D-977C-7CE6-C1F3ED0E8CD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ED69943-C493-BA89-41EB-89262FBEA32C}"/>
              </a:ext>
            </a:extLst>
          </p:cNvPr>
          <p:cNvSpPr>
            <a:spLocks noGrp="1"/>
          </p:cNvSpPr>
          <p:nvPr>
            <p:ph type="sldNum" sz="quarter" idx="12"/>
          </p:nvPr>
        </p:nvSpPr>
        <p:spPr/>
        <p:txBody>
          <a:bodyPr/>
          <a:lstStyle/>
          <a:p>
            <a:fld id="{5E4DE196-8A13-4FF7-A07E-102851959EAB}" type="slidenum">
              <a:rPr lang="en-US" dirty="0"/>
              <a:t>2</a:t>
            </a:fld>
            <a:endParaRPr lang="en-US"/>
          </a:p>
        </p:txBody>
      </p:sp>
    </p:spTree>
    <p:extLst>
      <p:ext uri="{BB962C8B-B14F-4D97-AF65-F5344CB8AC3E}">
        <p14:creationId xmlns:p14="http://schemas.microsoft.com/office/powerpoint/2010/main" val="1386209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D0E07-EEDC-1FB4-9D71-324C26085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5CD1C-4516-69D4-9266-D09B8ACB7B6E}"/>
              </a:ext>
            </a:extLst>
          </p:cNvPr>
          <p:cNvSpPr>
            <a:spLocks noGrp="1"/>
          </p:cNvSpPr>
          <p:nvPr>
            <p:ph type="title"/>
          </p:nvPr>
        </p:nvSpPr>
        <p:spPr/>
        <p:txBody>
          <a:bodyPr/>
          <a:lstStyle/>
          <a:p>
            <a:r>
              <a:rPr lang="en-US"/>
              <a:t>Mission:</a:t>
            </a:r>
          </a:p>
        </p:txBody>
      </p:sp>
      <p:sp>
        <p:nvSpPr>
          <p:cNvPr id="3" name="Content Placeholder 2">
            <a:extLst>
              <a:ext uri="{FF2B5EF4-FFF2-40B4-BE49-F238E27FC236}">
                <a16:creationId xmlns:a16="http://schemas.microsoft.com/office/drawing/2014/main" id="{E006EFEB-45F1-167D-FF63-0AF3C555ADA4}"/>
              </a:ext>
            </a:extLst>
          </p:cNvPr>
          <p:cNvSpPr>
            <a:spLocks noGrp="1"/>
          </p:cNvSpPr>
          <p:nvPr>
            <p:ph idx="1"/>
          </p:nvPr>
        </p:nvSpPr>
        <p:spPr>
          <a:xfrm>
            <a:off x="1141701" y="2157984"/>
            <a:ext cx="10174676" cy="3903819"/>
          </a:xfrm>
        </p:spPr>
        <p:txBody>
          <a:bodyPr vert="horz" lIns="91440" tIns="45720" rIns="91440" bIns="45720" rtlCol="0" anchor="t">
            <a:normAutofit/>
          </a:bodyPr>
          <a:lstStyle/>
          <a:p>
            <a:r>
              <a:rPr lang="en-US" err="1"/>
              <a:t>CollegeIns</a:t>
            </a:r>
            <a:r>
              <a:rPr lang="en-US"/>
              <a:t> promotes student success by allowing colleges to transparently share some crucial information about their college and providing the most crucial information from the get-go to students so they can make an informed decision about their college journey.</a:t>
            </a:r>
          </a:p>
        </p:txBody>
      </p:sp>
      <p:sp>
        <p:nvSpPr>
          <p:cNvPr id="4" name="Date Placeholder 3">
            <a:extLst>
              <a:ext uri="{FF2B5EF4-FFF2-40B4-BE49-F238E27FC236}">
                <a16:creationId xmlns:a16="http://schemas.microsoft.com/office/drawing/2014/main" id="{CE9DD0D6-32D3-910E-CDD5-55E3FEC15079}"/>
              </a:ext>
            </a:extLst>
          </p:cNvPr>
          <p:cNvSpPr>
            <a:spLocks noGrp="1"/>
          </p:cNvSpPr>
          <p:nvPr>
            <p:ph type="dt" sz="half" idx="10"/>
          </p:nvPr>
        </p:nvSpPr>
        <p:spPr/>
        <p:txBody>
          <a:bodyPr/>
          <a:lstStyle/>
          <a:p>
            <a:fld id="{3CCD1B54-EEC9-41D0-9000-807CA4E67771}" type="datetime1">
              <a:t>11/23/2025</a:t>
            </a:fld>
            <a:endParaRPr lang="en-US"/>
          </a:p>
        </p:txBody>
      </p:sp>
      <p:sp>
        <p:nvSpPr>
          <p:cNvPr id="5" name="Footer Placeholder 4">
            <a:extLst>
              <a:ext uri="{FF2B5EF4-FFF2-40B4-BE49-F238E27FC236}">
                <a16:creationId xmlns:a16="http://schemas.microsoft.com/office/drawing/2014/main" id="{CEA6FB86-A2BB-8650-2F47-4B6A23AD9D3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49598A2-EB4F-31B4-DC0C-57E8901D9FC7}"/>
              </a:ext>
            </a:extLst>
          </p:cNvPr>
          <p:cNvSpPr>
            <a:spLocks noGrp="1"/>
          </p:cNvSpPr>
          <p:nvPr>
            <p:ph type="sldNum" sz="quarter" idx="12"/>
          </p:nvPr>
        </p:nvSpPr>
        <p:spPr/>
        <p:txBody>
          <a:bodyPr/>
          <a:lstStyle/>
          <a:p>
            <a:fld id="{5E4DE196-8A13-4FF7-A07E-102851959EAB}" type="slidenum">
              <a:rPr lang="en-US" dirty="0"/>
              <a:t>3</a:t>
            </a:fld>
            <a:endParaRPr lang="en-US"/>
          </a:p>
        </p:txBody>
      </p:sp>
    </p:spTree>
    <p:extLst>
      <p:ext uri="{BB962C8B-B14F-4D97-AF65-F5344CB8AC3E}">
        <p14:creationId xmlns:p14="http://schemas.microsoft.com/office/powerpoint/2010/main" val="996854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F350-043C-6520-F2BC-62B32C453102}"/>
              </a:ext>
            </a:extLst>
          </p:cNvPr>
          <p:cNvSpPr>
            <a:spLocks noGrp="1"/>
          </p:cNvSpPr>
          <p:nvPr>
            <p:ph type="title"/>
          </p:nvPr>
        </p:nvSpPr>
        <p:spPr/>
        <p:txBody>
          <a:bodyPr/>
          <a:lstStyle/>
          <a:p>
            <a:r>
              <a:rPr lang="en-US">
                <a:ea typeface="+mj-lt"/>
                <a:cs typeface="+mj-lt"/>
              </a:rPr>
              <a:t>Users &amp; Stakeholders:</a:t>
            </a:r>
          </a:p>
        </p:txBody>
      </p:sp>
      <p:sp>
        <p:nvSpPr>
          <p:cNvPr id="3" name="Content Placeholder 2">
            <a:extLst>
              <a:ext uri="{FF2B5EF4-FFF2-40B4-BE49-F238E27FC236}">
                <a16:creationId xmlns:a16="http://schemas.microsoft.com/office/drawing/2014/main" id="{FE6D94A8-E2DA-C0FD-5834-97B42422CA9B}"/>
              </a:ext>
            </a:extLst>
          </p:cNvPr>
          <p:cNvSpPr>
            <a:spLocks noGrp="1"/>
          </p:cNvSpPr>
          <p:nvPr>
            <p:ph idx="1"/>
          </p:nvPr>
        </p:nvSpPr>
        <p:spPr>
          <a:xfrm>
            <a:off x="6096369" y="2157984"/>
            <a:ext cx="5235448" cy="3903819"/>
          </a:xfrm>
        </p:spPr>
        <p:txBody>
          <a:bodyPr vert="horz" lIns="91440" tIns="45720" rIns="91440" bIns="45720" rtlCol="0" anchor="t">
            <a:normAutofit/>
          </a:bodyPr>
          <a:lstStyle/>
          <a:p>
            <a:r>
              <a:rPr lang="en-US"/>
              <a:t>There are 2 main type of users:</a:t>
            </a:r>
          </a:p>
          <a:p>
            <a:pPr lvl="1">
              <a:buFont typeface="Courier New" panose="020B0604020202020204" pitchFamily="34" charset="0"/>
              <a:buChar char="o"/>
            </a:pPr>
            <a:r>
              <a:rPr lang="en-US"/>
              <a:t>Students Side</a:t>
            </a:r>
          </a:p>
          <a:p>
            <a:pPr lvl="2">
              <a:buFont typeface="Wingdings" panose="020B0604020202020204" pitchFamily="34" charset="0"/>
              <a:buChar char="§"/>
            </a:pPr>
            <a:r>
              <a:rPr lang="en-US"/>
              <a:t>Prospective students' looking to go to college for the first time</a:t>
            </a:r>
          </a:p>
          <a:p>
            <a:pPr lvl="2">
              <a:buFont typeface="Wingdings" panose="020B0604020202020204" pitchFamily="34" charset="0"/>
              <a:buChar char="§"/>
            </a:pPr>
            <a:r>
              <a:rPr lang="en-US"/>
              <a:t>Professional students' looking to go back to school to improve their skills or make a career shift.</a:t>
            </a:r>
            <a:endParaRPr lang="en-US" sz="1400"/>
          </a:p>
          <a:p>
            <a:pPr lvl="1">
              <a:buFont typeface="Courier New" panose="020B0604020202020204" pitchFamily="34" charset="0"/>
              <a:buChar char="o"/>
            </a:pPr>
            <a:r>
              <a:rPr lang="en-US"/>
              <a:t>College Side</a:t>
            </a:r>
          </a:p>
          <a:p>
            <a:pPr lvl="2">
              <a:buFont typeface="Wingdings" panose="020B0604020202020204" pitchFamily="34" charset="0"/>
              <a:buChar char="§"/>
            </a:pPr>
            <a:r>
              <a:rPr lang="en-US"/>
              <a:t>College administrators from the Marketing and Communication department to promote the college transparency and earn trust from their prospective student</a:t>
            </a:r>
          </a:p>
          <a:p>
            <a:pPr lvl="2">
              <a:buFont typeface="Wingdings" panose="020B0604020202020204" pitchFamily="34" charset="0"/>
              <a:buChar char="§"/>
            </a:pPr>
            <a:endParaRPr lang="en-US"/>
          </a:p>
          <a:p>
            <a:pPr lvl="1">
              <a:buFont typeface="Courier New" panose="020B0604020202020204" pitchFamily="34" charset="0"/>
              <a:buChar char="o"/>
            </a:pPr>
            <a:endParaRPr lang="en-US"/>
          </a:p>
        </p:txBody>
      </p:sp>
      <p:sp>
        <p:nvSpPr>
          <p:cNvPr id="4" name="Date Placeholder 3">
            <a:extLst>
              <a:ext uri="{FF2B5EF4-FFF2-40B4-BE49-F238E27FC236}">
                <a16:creationId xmlns:a16="http://schemas.microsoft.com/office/drawing/2014/main" id="{04B77F54-E10C-F5B5-0816-9906BD62003D}"/>
              </a:ext>
            </a:extLst>
          </p:cNvPr>
          <p:cNvSpPr>
            <a:spLocks noGrp="1"/>
          </p:cNvSpPr>
          <p:nvPr>
            <p:ph type="dt" sz="half" idx="10"/>
          </p:nvPr>
        </p:nvSpPr>
        <p:spPr/>
        <p:txBody>
          <a:bodyPr/>
          <a:lstStyle/>
          <a:p>
            <a:fld id="{A5D7A5D0-4CB2-4236-B76D-E31A044CDD45}" type="datetime1">
              <a:t>11/23/2025</a:t>
            </a:fld>
            <a:endParaRPr lang="en-US"/>
          </a:p>
        </p:txBody>
      </p:sp>
      <p:sp>
        <p:nvSpPr>
          <p:cNvPr id="5" name="Footer Placeholder 4">
            <a:extLst>
              <a:ext uri="{FF2B5EF4-FFF2-40B4-BE49-F238E27FC236}">
                <a16:creationId xmlns:a16="http://schemas.microsoft.com/office/drawing/2014/main" id="{5C00B43E-FC4B-1057-09C2-76BBB41FFB6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B2DA4FD-23CF-7918-3DD7-792C5655562D}"/>
              </a:ext>
            </a:extLst>
          </p:cNvPr>
          <p:cNvSpPr>
            <a:spLocks noGrp="1"/>
          </p:cNvSpPr>
          <p:nvPr>
            <p:ph type="sldNum" sz="quarter" idx="12"/>
          </p:nvPr>
        </p:nvSpPr>
        <p:spPr/>
        <p:txBody>
          <a:bodyPr/>
          <a:lstStyle/>
          <a:p>
            <a:fld id="{5E4DE196-8A13-4FF7-A07E-102851959EAB}" type="slidenum">
              <a:rPr lang="en-US" dirty="0"/>
              <a:t>4</a:t>
            </a:fld>
            <a:endParaRPr lang="en-US"/>
          </a:p>
        </p:txBody>
      </p:sp>
    </p:spTree>
    <p:extLst>
      <p:ext uri="{BB962C8B-B14F-4D97-AF65-F5344CB8AC3E}">
        <p14:creationId xmlns:p14="http://schemas.microsoft.com/office/powerpoint/2010/main" val="3939585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C1F81-F489-993B-A476-9D82E71DB68B}"/>
              </a:ext>
            </a:extLst>
          </p:cNvPr>
          <p:cNvSpPr>
            <a:spLocks noGrp="1"/>
          </p:cNvSpPr>
          <p:nvPr>
            <p:ph type="title"/>
          </p:nvPr>
        </p:nvSpPr>
        <p:spPr/>
        <p:txBody>
          <a:bodyPr/>
          <a:lstStyle/>
          <a:p>
            <a:r>
              <a:rPr lang="en-US"/>
              <a:t>How Will Users Use </a:t>
            </a:r>
            <a:r>
              <a:rPr lang="en-US" err="1"/>
              <a:t>CollegeIns</a:t>
            </a:r>
            <a:r>
              <a:rPr lang="en-US"/>
              <a:t>?</a:t>
            </a:r>
          </a:p>
        </p:txBody>
      </p:sp>
      <p:sp>
        <p:nvSpPr>
          <p:cNvPr id="3" name="Content Placeholder 2">
            <a:extLst>
              <a:ext uri="{FF2B5EF4-FFF2-40B4-BE49-F238E27FC236}">
                <a16:creationId xmlns:a16="http://schemas.microsoft.com/office/drawing/2014/main" id="{8AA1C3F9-6408-1094-7D0A-2956E6A8B7D9}"/>
              </a:ext>
            </a:extLst>
          </p:cNvPr>
          <p:cNvSpPr>
            <a:spLocks noGrp="1"/>
          </p:cNvSpPr>
          <p:nvPr>
            <p:ph idx="1"/>
          </p:nvPr>
        </p:nvSpPr>
        <p:spPr>
          <a:xfrm>
            <a:off x="3473604" y="2249791"/>
            <a:ext cx="5235448" cy="3903819"/>
          </a:xfrm>
        </p:spPr>
        <p:txBody>
          <a:bodyPr vert="horz" lIns="91440" tIns="45720" rIns="91440" bIns="45720" rtlCol="0" anchor="t">
            <a:normAutofit fontScale="77500" lnSpcReduction="20000"/>
          </a:bodyPr>
          <a:lstStyle/>
          <a:p>
            <a:r>
              <a:rPr lang="en-US"/>
              <a:t>Student Side:</a:t>
            </a:r>
          </a:p>
          <a:p>
            <a:pPr lvl="1">
              <a:buFont typeface="Courier New" panose="020B0604020202020204" pitchFamily="34" charset="0"/>
              <a:buChar char="o"/>
            </a:pPr>
            <a:r>
              <a:rPr lang="en-US"/>
              <a:t>Users discover the website through a search engine using a mobile device, a laptop or a computer that has access to the internet</a:t>
            </a:r>
          </a:p>
          <a:p>
            <a:pPr lvl="1">
              <a:buFont typeface="Courier New" panose="020B0604020202020204" pitchFamily="34" charset="0"/>
              <a:buChar char="o"/>
            </a:pPr>
            <a:r>
              <a:rPr lang="en-US"/>
              <a:t>Website provide the ability for students to look up the college that they are thinking of going to  </a:t>
            </a:r>
          </a:p>
          <a:p>
            <a:pPr lvl="1">
              <a:buFont typeface="Courier New" panose="020B0604020202020204" pitchFamily="34" charset="0"/>
              <a:buChar char="o"/>
            </a:pPr>
            <a:r>
              <a:rPr lang="en-US"/>
              <a:t>User can then easily access the dashboard, analysis, summary  and resources from the navigation bar that show the information and important resources that students will need to know about the college. Login is required for Analysis, Summary and Resources pages</a:t>
            </a:r>
          </a:p>
          <a:p>
            <a:pPr lvl="1">
              <a:buFont typeface="Courier New" panose="020B0604020202020204" pitchFamily="34" charset="0"/>
              <a:buChar char="o"/>
            </a:pPr>
            <a:r>
              <a:rPr lang="en-US"/>
              <a:t>Strength and weakness of each college will also be available to review right on the analysis page. Login required. </a:t>
            </a:r>
          </a:p>
          <a:p>
            <a:r>
              <a:rPr lang="en-US"/>
              <a:t>College Side:</a:t>
            </a:r>
          </a:p>
          <a:p>
            <a:pPr lvl="1">
              <a:buFont typeface="Courier New,monospace" panose="020B0604020202020204" pitchFamily="34" charset="0"/>
              <a:buChar char="o"/>
            </a:pPr>
            <a:r>
              <a:rPr lang="en-US"/>
              <a:t>Users access the website through a browser using a mobile device, a laptop or a computer that has access to the internet</a:t>
            </a:r>
            <a:endParaRPr lang="en-US">
              <a:solidFill>
                <a:srgbClr val="000000"/>
              </a:solidFill>
            </a:endParaRPr>
          </a:p>
          <a:p>
            <a:pPr lvl="1">
              <a:buFont typeface="Courier New" panose="020B0604020202020204" pitchFamily="34" charset="0"/>
              <a:buChar char="o"/>
            </a:pPr>
            <a:r>
              <a:rPr lang="en-US"/>
              <a:t>Connect their CRM such as HubSpot, SEMrush, or Salesforce and allow access to the information that they are planning to promote.</a:t>
            </a:r>
          </a:p>
          <a:p>
            <a:pPr lvl="1">
              <a:buFont typeface="Courier New" panose="020B0604020202020204" pitchFamily="34" charset="0"/>
              <a:buChar char="o"/>
            </a:pPr>
            <a:r>
              <a:rPr lang="en-US"/>
              <a:t>Customize their dashboard and information will be presented in terms of color theme, appropriate marketed live data, etc.</a:t>
            </a:r>
          </a:p>
          <a:p>
            <a:endParaRPr lang="en-US"/>
          </a:p>
          <a:p>
            <a:endParaRPr lang="en-US"/>
          </a:p>
        </p:txBody>
      </p:sp>
      <p:sp>
        <p:nvSpPr>
          <p:cNvPr id="4" name="Date Placeholder 3">
            <a:extLst>
              <a:ext uri="{FF2B5EF4-FFF2-40B4-BE49-F238E27FC236}">
                <a16:creationId xmlns:a16="http://schemas.microsoft.com/office/drawing/2014/main" id="{F0E74F15-3EE1-AC0C-E861-F50D3F0166E2}"/>
              </a:ext>
            </a:extLst>
          </p:cNvPr>
          <p:cNvSpPr>
            <a:spLocks noGrp="1"/>
          </p:cNvSpPr>
          <p:nvPr>
            <p:ph type="dt" sz="half" idx="10"/>
          </p:nvPr>
        </p:nvSpPr>
        <p:spPr/>
        <p:txBody>
          <a:bodyPr/>
          <a:lstStyle/>
          <a:p>
            <a:fld id="{6E9BE960-FA63-4C90-92C8-D6B9CC2F4B57}" type="datetime1">
              <a:t>11/23/2025</a:t>
            </a:fld>
            <a:endParaRPr lang="en-US"/>
          </a:p>
        </p:txBody>
      </p:sp>
      <p:sp>
        <p:nvSpPr>
          <p:cNvPr id="5" name="Footer Placeholder 4">
            <a:extLst>
              <a:ext uri="{FF2B5EF4-FFF2-40B4-BE49-F238E27FC236}">
                <a16:creationId xmlns:a16="http://schemas.microsoft.com/office/drawing/2014/main" id="{6DF19807-C6C9-E6C8-DACB-D0D6B715AB5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5CB95737-5BA8-9ED5-8649-1C224004088A}"/>
              </a:ext>
            </a:extLst>
          </p:cNvPr>
          <p:cNvSpPr>
            <a:spLocks noGrp="1"/>
          </p:cNvSpPr>
          <p:nvPr>
            <p:ph type="sldNum" sz="quarter" idx="12"/>
          </p:nvPr>
        </p:nvSpPr>
        <p:spPr/>
        <p:txBody>
          <a:bodyPr/>
          <a:lstStyle/>
          <a:p>
            <a:fld id="{5E4DE196-8A13-4FF7-A07E-102851959EAB}" type="slidenum">
              <a:rPr lang="en-US" dirty="0"/>
              <a:t>5</a:t>
            </a:fld>
            <a:endParaRPr lang="en-US"/>
          </a:p>
        </p:txBody>
      </p:sp>
    </p:spTree>
    <p:extLst>
      <p:ext uri="{BB962C8B-B14F-4D97-AF65-F5344CB8AC3E}">
        <p14:creationId xmlns:p14="http://schemas.microsoft.com/office/powerpoint/2010/main" val="2226518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33E79-ABB5-B07D-8077-5891ED83634F}"/>
              </a:ext>
            </a:extLst>
          </p:cNvPr>
          <p:cNvSpPr>
            <a:spLocks noGrp="1"/>
          </p:cNvSpPr>
          <p:nvPr>
            <p:ph type="title"/>
          </p:nvPr>
        </p:nvSpPr>
        <p:spPr/>
        <p:txBody>
          <a:bodyPr/>
          <a:lstStyle/>
          <a:p>
            <a:r>
              <a:rPr lang="en-US"/>
              <a:t>What Users/ &amp; Owners Achieve From </a:t>
            </a:r>
            <a:r>
              <a:rPr lang="en-US" err="1"/>
              <a:t>CollegeIns</a:t>
            </a:r>
            <a:r>
              <a:rPr lang="en-US"/>
              <a:t>?</a:t>
            </a:r>
          </a:p>
        </p:txBody>
      </p:sp>
      <p:sp>
        <p:nvSpPr>
          <p:cNvPr id="3" name="Content Placeholder 2">
            <a:extLst>
              <a:ext uri="{FF2B5EF4-FFF2-40B4-BE49-F238E27FC236}">
                <a16:creationId xmlns:a16="http://schemas.microsoft.com/office/drawing/2014/main" id="{EC07CFEC-319C-DF6B-46B8-0A388E7F7010}"/>
              </a:ext>
            </a:extLst>
          </p:cNvPr>
          <p:cNvSpPr>
            <a:spLocks noGrp="1"/>
          </p:cNvSpPr>
          <p:nvPr>
            <p:ph idx="1"/>
          </p:nvPr>
        </p:nvSpPr>
        <p:spPr>
          <a:xfrm>
            <a:off x="868644" y="2157984"/>
            <a:ext cx="5227798" cy="3903819"/>
          </a:xfrm>
        </p:spPr>
        <p:txBody>
          <a:bodyPr vert="horz" lIns="91440" tIns="45720" rIns="91440" bIns="45720" rtlCol="0" anchor="t">
            <a:normAutofit/>
          </a:bodyPr>
          <a:lstStyle/>
          <a:p>
            <a:r>
              <a:rPr lang="en-US"/>
              <a:t>Student:</a:t>
            </a:r>
          </a:p>
          <a:p>
            <a:pPr lvl="1">
              <a:buFont typeface="Courier New" panose="020B0604020202020204" pitchFamily="34" charset="0"/>
              <a:buChar char="o"/>
            </a:pPr>
            <a:r>
              <a:rPr lang="en-US"/>
              <a:t>Gain transparent data about the college </a:t>
            </a:r>
          </a:p>
          <a:p>
            <a:pPr lvl="1">
              <a:buFont typeface="Courier New" panose="020B0604020202020204" pitchFamily="34" charset="0"/>
              <a:buChar char="o"/>
            </a:pPr>
            <a:r>
              <a:rPr lang="en-US"/>
              <a:t>See a clear pictures of the school they are going to</a:t>
            </a:r>
          </a:p>
          <a:p>
            <a:pPr lvl="1">
              <a:buFont typeface="Courier New" panose="020B0604020202020204" pitchFamily="34" charset="0"/>
              <a:buChar char="o"/>
            </a:pPr>
            <a:r>
              <a:rPr lang="en-US"/>
              <a:t>Gain useful information to make an informed decision of their college Journey that support their career goals</a:t>
            </a:r>
          </a:p>
          <a:p>
            <a:r>
              <a:rPr lang="en-US"/>
              <a:t>College </a:t>
            </a:r>
          </a:p>
          <a:p>
            <a:pPr lvl="1">
              <a:buFont typeface="Courier New" panose="020B0604020202020204" pitchFamily="34" charset="0"/>
              <a:buChar char="o"/>
            </a:pPr>
            <a:r>
              <a:rPr lang="en-US"/>
              <a:t>Building trust with their prospective students</a:t>
            </a:r>
          </a:p>
          <a:p>
            <a:pPr lvl="1">
              <a:buFont typeface="Courier New" panose="020B0604020202020204" pitchFamily="34" charset="0"/>
              <a:buChar char="o"/>
            </a:pPr>
            <a:r>
              <a:rPr lang="en-US"/>
              <a:t>Drive awareness of their programs and school resources that supports student success.</a:t>
            </a:r>
          </a:p>
          <a:p>
            <a:pPr lvl="1">
              <a:buFont typeface="Courier New" panose="020B0604020202020204" pitchFamily="34" charset="0"/>
              <a:buChar char="o"/>
            </a:pPr>
            <a:r>
              <a:rPr lang="en-US"/>
              <a:t>Increase the number of enrollment to meet the college requirements</a:t>
            </a:r>
          </a:p>
        </p:txBody>
      </p:sp>
      <p:sp>
        <p:nvSpPr>
          <p:cNvPr id="4" name="Date Placeholder 3">
            <a:extLst>
              <a:ext uri="{FF2B5EF4-FFF2-40B4-BE49-F238E27FC236}">
                <a16:creationId xmlns:a16="http://schemas.microsoft.com/office/drawing/2014/main" id="{9105A76D-E000-84DB-3B69-453CCFA3D4BB}"/>
              </a:ext>
            </a:extLst>
          </p:cNvPr>
          <p:cNvSpPr>
            <a:spLocks noGrp="1"/>
          </p:cNvSpPr>
          <p:nvPr>
            <p:ph type="dt" sz="half" idx="10"/>
          </p:nvPr>
        </p:nvSpPr>
        <p:spPr/>
        <p:txBody>
          <a:bodyPr/>
          <a:lstStyle/>
          <a:p>
            <a:fld id="{55513832-050B-4219-B6C4-1E05A201CF28}" type="datetime1">
              <a:t>11/23/2025</a:t>
            </a:fld>
            <a:endParaRPr lang="en-US"/>
          </a:p>
        </p:txBody>
      </p:sp>
      <p:sp>
        <p:nvSpPr>
          <p:cNvPr id="5" name="Footer Placeholder 4">
            <a:extLst>
              <a:ext uri="{FF2B5EF4-FFF2-40B4-BE49-F238E27FC236}">
                <a16:creationId xmlns:a16="http://schemas.microsoft.com/office/drawing/2014/main" id="{C3BF62F7-F948-1BFE-25DD-FEDDCC9698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9ECCB7A-FCAE-2C50-BB7F-FFC91CEB99CB}"/>
              </a:ext>
            </a:extLst>
          </p:cNvPr>
          <p:cNvSpPr>
            <a:spLocks noGrp="1"/>
          </p:cNvSpPr>
          <p:nvPr>
            <p:ph type="sldNum" sz="quarter" idx="12"/>
          </p:nvPr>
        </p:nvSpPr>
        <p:spPr/>
        <p:txBody>
          <a:bodyPr/>
          <a:lstStyle/>
          <a:p>
            <a:fld id="{5E4DE196-8A13-4FF7-A07E-102851959EAB}" type="slidenum">
              <a:rPr lang="en-US" dirty="0"/>
              <a:t>6</a:t>
            </a:fld>
            <a:endParaRPr lang="en-US"/>
          </a:p>
        </p:txBody>
      </p:sp>
    </p:spTree>
    <p:extLst>
      <p:ext uri="{BB962C8B-B14F-4D97-AF65-F5344CB8AC3E}">
        <p14:creationId xmlns:p14="http://schemas.microsoft.com/office/powerpoint/2010/main" val="3677104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026D1-A3FE-C083-800C-42080EF2C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F7DDA9-9BEA-40AD-AB96-1C972D1B52A6}"/>
              </a:ext>
            </a:extLst>
          </p:cNvPr>
          <p:cNvSpPr>
            <a:spLocks noGrp="1"/>
          </p:cNvSpPr>
          <p:nvPr>
            <p:ph type="title"/>
          </p:nvPr>
        </p:nvSpPr>
        <p:spPr/>
        <p:txBody>
          <a:bodyPr/>
          <a:lstStyle/>
          <a:p>
            <a:r>
              <a:rPr lang="en-US"/>
              <a:t>Project Scope</a:t>
            </a:r>
          </a:p>
        </p:txBody>
      </p:sp>
      <p:sp>
        <p:nvSpPr>
          <p:cNvPr id="3" name="Content Placeholder 2">
            <a:extLst>
              <a:ext uri="{FF2B5EF4-FFF2-40B4-BE49-F238E27FC236}">
                <a16:creationId xmlns:a16="http://schemas.microsoft.com/office/drawing/2014/main" id="{626C6BE1-0AFB-D3BC-E6CE-A310F282F9F5}"/>
              </a:ext>
            </a:extLst>
          </p:cNvPr>
          <p:cNvSpPr>
            <a:spLocks noGrp="1"/>
          </p:cNvSpPr>
          <p:nvPr>
            <p:ph idx="1"/>
          </p:nvPr>
        </p:nvSpPr>
        <p:spPr>
          <a:xfrm>
            <a:off x="1933608" y="2139623"/>
            <a:ext cx="8330882" cy="3903819"/>
          </a:xfrm>
        </p:spPr>
        <p:txBody>
          <a:bodyPr vert="horz" lIns="91440" tIns="45720" rIns="91440" bIns="45720" rtlCol="0" anchor="t">
            <a:normAutofit/>
          </a:bodyPr>
          <a:lstStyle/>
          <a:p>
            <a:r>
              <a:rPr lang="en-US" sz="1200">
                <a:solidFill>
                  <a:srgbClr val="000000"/>
                </a:solidFill>
                <a:latin typeface="Aptos"/>
              </a:rPr>
              <a:t>In this prototype, we are going to design the overall outlook of </a:t>
            </a:r>
            <a:r>
              <a:rPr lang="en-US" sz="1200" err="1">
                <a:solidFill>
                  <a:srgbClr val="000000"/>
                </a:solidFill>
                <a:latin typeface="Aptos"/>
              </a:rPr>
              <a:t>CollegeIns</a:t>
            </a:r>
            <a:r>
              <a:rPr lang="en-US" sz="1200">
                <a:solidFill>
                  <a:srgbClr val="000000"/>
                </a:solidFill>
                <a:latin typeface="Aptos"/>
              </a:rPr>
              <a:t> that would show how the data and the analysis of the data show on the website itself. How the visual summary of those data would look like and some additional features like login or sign-up forms will be included in this project. There will also be a resource page available that includes all the important resources that students can use as a reference to see what support system is available during their college journey. Desktop website canvas is available at this point.</a:t>
            </a:r>
          </a:p>
          <a:p>
            <a:r>
              <a:rPr lang="en-US" sz="1200">
                <a:solidFill>
                  <a:srgbClr val="000000"/>
                </a:solidFill>
                <a:latin typeface="Aptos"/>
              </a:rPr>
              <a:t>Due to the time limit, all the live data information will be shown in a graph image to represent the live data. This function will properly be made in future iterations. On top of that, even though, in the project proposal, there might be additional features and functions that are listed, anything that was not mentioned above will also not be completed in this iteration, it will be in the future updates. </a:t>
            </a:r>
          </a:p>
          <a:p>
            <a:r>
              <a:rPr lang="en-US" sz="1200">
                <a:solidFill>
                  <a:srgbClr val="000000"/>
                </a:solidFill>
                <a:latin typeface="Aptos"/>
              </a:rPr>
              <a:t>To measure the success of this prototype, we will measure the usability, readability/legibility, performance without errors, website validation to comply with all accessibility requirements, and user satisfaction.  These will be used during testing to ensure the delivery of our web application works without any problems or errors. </a:t>
            </a:r>
            <a:endParaRPr lang="en-US"/>
          </a:p>
          <a:p>
            <a:endParaRPr lang="en-US"/>
          </a:p>
        </p:txBody>
      </p:sp>
      <p:sp>
        <p:nvSpPr>
          <p:cNvPr id="4" name="Date Placeholder 3">
            <a:extLst>
              <a:ext uri="{FF2B5EF4-FFF2-40B4-BE49-F238E27FC236}">
                <a16:creationId xmlns:a16="http://schemas.microsoft.com/office/drawing/2014/main" id="{3EE0D1BD-5525-1B34-2C6D-77040A9E8125}"/>
              </a:ext>
            </a:extLst>
          </p:cNvPr>
          <p:cNvSpPr>
            <a:spLocks noGrp="1"/>
          </p:cNvSpPr>
          <p:nvPr>
            <p:ph type="dt" sz="half" idx="10"/>
          </p:nvPr>
        </p:nvSpPr>
        <p:spPr/>
        <p:txBody>
          <a:bodyPr/>
          <a:lstStyle/>
          <a:p>
            <a:fld id="{55513832-050B-4219-B6C4-1E05A201CF28}" type="datetime1">
              <a:t>11/23/2025</a:t>
            </a:fld>
            <a:endParaRPr lang="en-US"/>
          </a:p>
        </p:txBody>
      </p:sp>
      <p:sp>
        <p:nvSpPr>
          <p:cNvPr id="5" name="Footer Placeholder 4">
            <a:extLst>
              <a:ext uri="{FF2B5EF4-FFF2-40B4-BE49-F238E27FC236}">
                <a16:creationId xmlns:a16="http://schemas.microsoft.com/office/drawing/2014/main" id="{1BFEEC98-99C5-C9AB-52A3-C073B868E73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184397A-6E02-24FD-62B6-615A9357D330}"/>
              </a:ext>
            </a:extLst>
          </p:cNvPr>
          <p:cNvSpPr>
            <a:spLocks noGrp="1"/>
          </p:cNvSpPr>
          <p:nvPr>
            <p:ph type="sldNum" sz="quarter" idx="12"/>
          </p:nvPr>
        </p:nvSpPr>
        <p:spPr/>
        <p:txBody>
          <a:bodyPr/>
          <a:lstStyle/>
          <a:p>
            <a:fld id="{5E4DE196-8A13-4FF7-A07E-102851959EAB}" type="slidenum">
              <a:rPr lang="en-US" dirty="0"/>
              <a:t>7</a:t>
            </a:fld>
            <a:endParaRPr lang="en-US"/>
          </a:p>
        </p:txBody>
      </p:sp>
    </p:spTree>
    <p:extLst>
      <p:ext uri="{BB962C8B-B14F-4D97-AF65-F5344CB8AC3E}">
        <p14:creationId xmlns:p14="http://schemas.microsoft.com/office/powerpoint/2010/main" val="13975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72D7F-FF55-0CC3-0AF5-2ECCE50DBF92}"/>
              </a:ext>
            </a:extLst>
          </p:cNvPr>
          <p:cNvSpPr>
            <a:spLocks noGrp="1"/>
          </p:cNvSpPr>
          <p:nvPr>
            <p:ph type="title"/>
          </p:nvPr>
        </p:nvSpPr>
        <p:spPr/>
        <p:txBody>
          <a:bodyPr/>
          <a:lstStyle/>
          <a:p>
            <a:r>
              <a:rPr lang="en-US"/>
              <a:t>Main Tasks:</a:t>
            </a:r>
          </a:p>
        </p:txBody>
      </p:sp>
      <p:sp>
        <p:nvSpPr>
          <p:cNvPr id="3" name="Content Placeholder 2">
            <a:extLst>
              <a:ext uri="{FF2B5EF4-FFF2-40B4-BE49-F238E27FC236}">
                <a16:creationId xmlns:a16="http://schemas.microsoft.com/office/drawing/2014/main" id="{3D7F925D-26FB-A9EE-D070-7BAEE487EBCE}"/>
              </a:ext>
            </a:extLst>
          </p:cNvPr>
          <p:cNvSpPr>
            <a:spLocks noGrp="1"/>
          </p:cNvSpPr>
          <p:nvPr>
            <p:ph idx="1"/>
          </p:nvPr>
        </p:nvSpPr>
        <p:spPr>
          <a:xfrm>
            <a:off x="868644" y="2157984"/>
            <a:ext cx="3896592" cy="3903819"/>
          </a:xfrm>
        </p:spPr>
        <p:txBody>
          <a:bodyPr vert="horz" lIns="91440" tIns="45720" rIns="91440" bIns="45720" rtlCol="0" anchor="t">
            <a:normAutofit/>
          </a:bodyPr>
          <a:lstStyle/>
          <a:p>
            <a:r>
              <a:rPr lang="en-US" sz="1200">
                <a:solidFill>
                  <a:srgbClr val="000000"/>
                </a:solidFill>
                <a:latin typeface="Aptos"/>
              </a:rPr>
              <a:t>User Stories: As a prospective student, the user would like to go to one website and be able to find information about the financial requirements, support services, and other analytics that would provide information to support their decision on which college they should attend.</a:t>
            </a:r>
            <a:endParaRPr lang="en-US"/>
          </a:p>
          <a:p>
            <a:r>
              <a:rPr lang="en-US" sz="1200">
                <a:solidFill>
                  <a:srgbClr val="000000"/>
                </a:solidFill>
                <a:latin typeface="Aptos"/>
              </a:rPr>
              <a:t>Steps:</a:t>
            </a:r>
          </a:p>
          <a:p>
            <a:pPr lvl="1"/>
            <a:r>
              <a:rPr lang="en-US" sz="1200">
                <a:solidFill>
                  <a:srgbClr val="000000"/>
                </a:solidFill>
                <a:latin typeface="Aptos"/>
              </a:rPr>
              <a:t>Connect a laptop to the internet</a:t>
            </a:r>
          </a:p>
          <a:p>
            <a:pPr lvl="1"/>
            <a:r>
              <a:rPr lang="en-US" sz="1200">
                <a:solidFill>
                  <a:srgbClr val="000000"/>
                </a:solidFill>
                <a:latin typeface="Aptos"/>
              </a:rPr>
              <a:t>Launch a website browser and head over to the URL of the site</a:t>
            </a:r>
          </a:p>
          <a:p>
            <a:pPr lvl="1"/>
            <a:r>
              <a:rPr lang="en-US" sz="1200">
                <a:solidFill>
                  <a:srgbClr val="000000"/>
                </a:solidFill>
                <a:latin typeface="Aptos"/>
              </a:rPr>
              <a:t>Head over to the Dashboard</a:t>
            </a:r>
          </a:p>
          <a:p>
            <a:pPr lvl="1"/>
            <a:r>
              <a:rPr lang="en-US" sz="1200">
                <a:solidFill>
                  <a:srgbClr val="000000"/>
                </a:solidFill>
                <a:latin typeface="Aptos"/>
              </a:rPr>
              <a:t>Access and view reports</a:t>
            </a:r>
          </a:p>
          <a:p>
            <a:pPr lvl="1"/>
            <a:r>
              <a:rPr lang="en-US" sz="1200">
                <a:solidFill>
                  <a:srgbClr val="000000"/>
                </a:solidFill>
                <a:latin typeface="Aptos"/>
              </a:rPr>
              <a:t>Exit website</a:t>
            </a:r>
          </a:p>
          <a:p>
            <a:pPr lvl="1"/>
            <a:endParaRPr lang="en-US" sz="1000">
              <a:solidFill>
                <a:srgbClr val="000000"/>
              </a:solidFill>
              <a:latin typeface="Aptos"/>
            </a:endParaRPr>
          </a:p>
          <a:p>
            <a:pPr lvl="1"/>
            <a:endParaRPr lang="en-US" sz="1200">
              <a:solidFill>
                <a:srgbClr val="000000"/>
              </a:solidFill>
              <a:latin typeface="Aptos"/>
            </a:endParaRPr>
          </a:p>
          <a:p>
            <a:pPr lvl="1"/>
            <a:endParaRPr lang="en-US" sz="1200">
              <a:solidFill>
                <a:srgbClr val="000000"/>
              </a:solidFill>
              <a:latin typeface="Aptos"/>
            </a:endParaRPr>
          </a:p>
        </p:txBody>
      </p:sp>
      <p:sp>
        <p:nvSpPr>
          <p:cNvPr id="4" name="Date Placeholder 3">
            <a:extLst>
              <a:ext uri="{FF2B5EF4-FFF2-40B4-BE49-F238E27FC236}">
                <a16:creationId xmlns:a16="http://schemas.microsoft.com/office/drawing/2014/main" id="{B97E37C5-6F97-9AEC-F72D-FC241EF2C559}"/>
              </a:ext>
            </a:extLst>
          </p:cNvPr>
          <p:cNvSpPr>
            <a:spLocks noGrp="1"/>
          </p:cNvSpPr>
          <p:nvPr>
            <p:ph type="dt" sz="half" idx="10"/>
          </p:nvPr>
        </p:nvSpPr>
        <p:spPr/>
        <p:txBody>
          <a:bodyPr/>
          <a:lstStyle/>
          <a:p>
            <a:fld id="{4489744E-1732-4DB2-92C0-5BB70FB09C08}" type="datetime1">
              <a:t>11/23/2025</a:t>
            </a:fld>
            <a:endParaRPr lang="en-US"/>
          </a:p>
        </p:txBody>
      </p:sp>
      <p:sp>
        <p:nvSpPr>
          <p:cNvPr id="5" name="Footer Placeholder 4">
            <a:extLst>
              <a:ext uri="{FF2B5EF4-FFF2-40B4-BE49-F238E27FC236}">
                <a16:creationId xmlns:a16="http://schemas.microsoft.com/office/drawing/2014/main" id="{B7F2E1D5-A7F4-C9AA-F984-10DB61A5A0E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04CEC30-8EF3-9BDA-BEB2-5A099B3762A8}"/>
              </a:ext>
            </a:extLst>
          </p:cNvPr>
          <p:cNvSpPr>
            <a:spLocks noGrp="1"/>
          </p:cNvSpPr>
          <p:nvPr>
            <p:ph type="sldNum" sz="quarter" idx="12"/>
          </p:nvPr>
        </p:nvSpPr>
        <p:spPr/>
        <p:txBody>
          <a:bodyPr/>
          <a:lstStyle/>
          <a:p>
            <a:fld id="{5E4DE196-8A13-4FF7-A07E-102851959EAB}" type="slidenum">
              <a:rPr lang="en-US" dirty="0"/>
              <a:t>8</a:t>
            </a:fld>
            <a:endParaRPr lang="en-US"/>
          </a:p>
        </p:txBody>
      </p:sp>
    </p:spTree>
    <p:extLst>
      <p:ext uri="{BB962C8B-B14F-4D97-AF65-F5344CB8AC3E}">
        <p14:creationId xmlns:p14="http://schemas.microsoft.com/office/powerpoint/2010/main" val="22001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45CB5-0A91-BD1D-615C-FBAF0254B661}"/>
              </a:ext>
            </a:extLst>
          </p:cNvPr>
          <p:cNvSpPr>
            <a:spLocks noGrp="1"/>
          </p:cNvSpPr>
          <p:nvPr>
            <p:ph type="title"/>
          </p:nvPr>
        </p:nvSpPr>
        <p:spPr/>
        <p:txBody>
          <a:bodyPr/>
          <a:lstStyle/>
          <a:p>
            <a:r>
              <a:rPr lang="en-US"/>
              <a:t>Form Flow</a:t>
            </a:r>
          </a:p>
        </p:txBody>
      </p:sp>
      <p:sp>
        <p:nvSpPr>
          <p:cNvPr id="3" name="Content Placeholder 2">
            <a:extLst>
              <a:ext uri="{FF2B5EF4-FFF2-40B4-BE49-F238E27FC236}">
                <a16:creationId xmlns:a16="http://schemas.microsoft.com/office/drawing/2014/main" id="{76861B77-2FB3-EC5B-F275-85053A73F6EC}"/>
              </a:ext>
            </a:extLst>
          </p:cNvPr>
          <p:cNvSpPr>
            <a:spLocks noGrp="1"/>
          </p:cNvSpPr>
          <p:nvPr>
            <p:ph idx="1"/>
          </p:nvPr>
        </p:nvSpPr>
        <p:spPr/>
        <p:txBody>
          <a:bodyPr vert="horz" lIns="91440" tIns="45720" rIns="91440" bIns="45720" rtlCol="0" anchor="t">
            <a:normAutofit/>
          </a:bodyPr>
          <a:lstStyle/>
          <a:p>
            <a:r>
              <a:rPr lang="en-US" dirty="0"/>
              <a:t>Login/Signup Form – Allow student to have access to the Analysis Report, Summary Report as well as Important Resources of the college</a:t>
            </a:r>
          </a:p>
          <a:p>
            <a:pPr lvl="1">
              <a:buFont typeface="Courier New" panose="020B0604020202020204" pitchFamily="34" charset="0"/>
              <a:buChar char="o"/>
            </a:pPr>
            <a:r>
              <a:rPr lang="en-US" dirty="0"/>
              <a:t>Fill out the required field</a:t>
            </a:r>
          </a:p>
          <a:p>
            <a:pPr lvl="1">
              <a:buFont typeface="Courier New" panose="020B0604020202020204" pitchFamily="34" charset="0"/>
              <a:buChar char="o"/>
            </a:pPr>
            <a:r>
              <a:rPr lang="en-US" dirty="0"/>
              <a:t>Thank you page after sign up</a:t>
            </a:r>
          </a:p>
          <a:p>
            <a:pPr lvl="1">
              <a:buFont typeface="Courier New" panose="020B0604020202020204" pitchFamily="34" charset="0"/>
              <a:buChar char="o"/>
            </a:pPr>
            <a:r>
              <a:rPr lang="en-US" dirty="0"/>
              <a:t>Button to access other report pages</a:t>
            </a:r>
          </a:p>
          <a:p>
            <a:r>
              <a:rPr lang="en-US" dirty="0"/>
              <a:t>Data Update Request – Stay up-to-date with new information coming from the college:</a:t>
            </a:r>
          </a:p>
          <a:p>
            <a:pPr lvl="1">
              <a:buFont typeface="Courier New" panose="020B0604020202020204" pitchFamily="34" charset="0"/>
              <a:buChar char="o"/>
            </a:pPr>
            <a:r>
              <a:rPr lang="en-US" dirty="0"/>
              <a:t>Fill out the required field on what they are looking for</a:t>
            </a:r>
          </a:p>
          <a:p>
            <a:pPr lvl="1">
              <a:buFont typeface="Courier New" panose="020B0604020202020204" pitchFamily="34" charset="0"/>
              <a:buChar char="o"/>
            </a:pPr>
            <a:r>
              <a:rPr lang="en-US" dirty="0"/>
              <a:t>Thank you message and another message about next step</a:t>
            </a:r>
          </a:p>
        </p:txBody>
      </p:sp>
      <p:sp>
        <p:nvSpPr>
          <p:cNvPr id="4" name="Date Placeholder 3">
            <a:extLst>
              <a:ext uri="{FF2B5EF4-FFF2-40B4-BE49-F238E27FC236}">
                <a16:creationId xmlns:a16="http://schemas.microsoft.com/office/drawing/2014/main" id="{D5CFACC7-2455-DE2A-002E-3A7B8113E6B9}"/>
              </a:ext>
            </a:extLst>
          </p:cNvPr>
          <p:cNvSpPr>
            <a:spLocks noGrp="1"/>
          </p:cNvSpPr>
          <p:nvPr>
            <p:ph type="dt" sz="half" idx="10"/>
          </p:nvPr>
        </p:nvSpPr>
        <p:spPr/>
        <p:txBody>
          <a:bodyPr/>
          <a:lstStyle/>
          <a:p>
            <a:fld id="{1A3FD02F-C266-468C-8657-7E53C7C23E54}" type="datetime1">
              <a:t>11/23/2025</a:t>
            </a:fld>
            <a:endParaRPr lang="en-US"/>
          </a:p>
        </p:txBody>
      </p:sp>
      <p:sp>
        <p:nvSpPr>
          <p:cNvPr id="5" name="Footer Placeholder 4">
            <a:extLst>
              <a:ext uri="{FF2B5EF4-FFF2-40B4-BE49-F238E27FC236}">
                <a16:creationId xmlns:a16="http://schemas.microsoft.com/office/drawing/2014/main" id="{2520BD0D-1442-B279-DC08-18B4FECED4E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DF3A079-19B2-00DE-A0D4-7E4E44CB87B9}"/>
              </a:ext>
            </a:extLst>
          </p:cNvPr>
          <p:cNvSpPr>
            <a:spLocks noGrp="1"/>
          </p:cNvSpPr>
          <p:nvPr>
            <p:ph type="sldNum" sz="quarter" idx="12"/>
          </p:nvPr>
        </p:nvSpPr>
        <p:spPr/>
        <p:txBody>
          <a:bodyPr/>
          <a:lstStyle/>
          <a:p>
            <a:fld id="{5E4DE196-8A13-4FF7-A07E-102851959EAB}" type="slidenum">
              <a:rPr lang="en-US" dirty="0"/>
              <a:t>9</a:t>
            </a:fld>
            <a:endParaRPr lang="en-US"/>
          </a:p>
        </p:txBody>
      </p:sp>
    </p:spTree>
    <p:extLst>
      <p:ext uri="{BB962C8B-B14F-4D97-AF65-F5344CB8AC3E}">
        <p14:creationId xmlns:p14="http://schemas.microsoft.com/office/powerpoint/2010/main" val="1155849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E2062-6568-54AA-BA22-8B0E98F405E5}"/>
              </a:ext>
            </a:extLst>
          </p:cNvPr>
          <p:cNvSpPr>
            <a:spLocks noGrp="1"/>
          </p:cNvSpPr>
          <p:nvPr>
            <p:ph type="title"/>
          </p:nvPr>
        </p:nvSpPr>
        <p:spPr/>
        <p:txBody>
          <a:bodyPr/>
          <a:lstStyle/>
          <a:p>
            <a:r>
              <a:rPr lang="en-US">
                <a:ea typeface="+mj-lt"/>
                <a:cs typeface="+mj-lt"/>
              </a:rPr>
              <a:t>Broader Impact &amp; Measurement</a:t>
            </a:r>
            <a:endParaRPr lang="en-US"/>
          </a:p>
        </p:txBody>
      </p:sp>
      <p:sp>
        <p:nvSpPr>
          <p:cNvPr id="3" name="Content Placeholder 2">
            <a:extLst>
              <a:ext uri="{FF2B5EF4-FFF2-40B4-BE49-F238E27FC236}">
                <a16:creationId xmlns:a16="http://schemas.microsoft.com/office/drawing/2014/main" id="{F35A7BCC-D879-DC2A-6208-977AB5177EE0}"/>
              </a:ext>
            </a:extLst>
          </p:cNvPr>
          <p:cNvSpPr>
            <a:spLocks noGrp="1"/>
          </p:cNvSpPr>
          <p:nvPr>
            <p:ph idx="1"/>
          </p:nvPr>
        </p:nvSpPr>
        <p:spPr/>
        <p:txBody>
          <a:bodyPr vert="horz" lIns="91440" tIns="45720" rIns="91440" bIns="45720" rtlCol="0" anchor="t">
            <a:normAutofit/>
          </a:bodyPr>
          <a:lstStyle/>
          <a:p>
            <a:r>
              <a:rPr lang="en-US"/>
              <a:t>To provide sufficient information to a wide variety of different students to support what they are looking for, either affordable schooling, relevant program of interest, or programs that lead to better career opportunities.</a:t>
            </a:r>
          </a:p>
          <a:p>
            <a:r>
              <a:rPr lang="en-US"/>
              <a:t>Promoting higher education is more than just a degree or a checkbox on job applications. It is a preparation toward the career goals for each student.</a:t>
            </a:r>
          </a:p>
          <a:p>
            <a:r>
              <a:rPr lang="en-US"/>
              <a:t>Site Traffic, College Lead Conversions, Graduation Rate, Survey, Comment and Feedback gathered from the users will be the measurement of the success of the site.</a:t>
            </a:r>
          </a:p>
          <a:p>
            <a:endParaRPr lang="en-US"/>
          </a:p>
        </p:txBody>
      </p:sp>
      <p:sp>
        <p:nvSpPr>
          <p:cNvPr id="4" name="Date Placeholder 3">
            <a:extLst>
              <a:ext uri="{FF2B5EF4-FFF2-40B4-BE49-F238E27FC236}">
                <a16:creationId xmlns:a16="http://schemas.microsoft.com/office/drawing/2014/main" id="{9102CF2D-7DFE-9599-47AD-439F1B0DEF82}"/>
              </a:ext>
            </a:extLst>
          </p:cNvPr>
          <p:cNvSpPr>
            <a:spLocks noGrp="1"/>
          </p:cNvSpPr>
          <p:nvPr>
            <p:ph type="dt" sz="half" idx="10"/>
          </p:nvPr>
        </p:nvSpPr>
        <p:spPr/>
        <p:txBody>
          <a:bodyPr/>
          <a:lstStyle/>
          <a:p>
            <a:fld id="{DBB8E031-2B4C-432B-896C-269A8A6F9FC1}" type="datetime1">
              <a:t>11/23/2025</a:t>
            </a:fld>
            <a:endParaRPr lang="en-US"/>
          </a:p>
        </p:txBody>
      </p:sp>
      <p:sp>
        <p:nvSpPr>
          <p:cNvPr id="5" name="Footer Placeholder 4">
            <a:extLst>
              <a:ext uri="{FF2B5EF4-FFF2-40B4-BE49-F238E27FC236}">
                <a16:creationId xmlns:a16="http://schemas.microsoft.com/office/drawing/2014/main" id="{169BDCBE-4347-BF07-F817-43276E7A0645}"/>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73A528E-20A6-9E58-127D-FC864D418D15}"/>
              </a:ext>
            </a:extLst>
          </p:cNvPr>
          <p:cNvSpPr>
            <a:spLocks noGrp="1"/>
          </p:cNvSpPr>
          <p:nvPr>
            <p:ph type="sldNum" sz="quarter" idx="12"/>
          </p:nvPr>
        </p:nvSpPr>
        <p:spPr/>
        <p:txBody>
          <a:bodyPr/>
          <a:lstStyle/>
          <a:p>
            <a:fld id="{5E4DE196-8A13-4FF7-A07E-102851959EAB}" type="slidenum">
              <a:rPr lang="en-US" dirty="0"/>
              <a:t>10</a:t>
            </a:fld>
            <a:endParaRPr lang="en-US"/>
          </a:p>
        </p:txBody>
      </p:sp>
    </p:spTree>
    <p:extLst>
      <p:ext uri="{BB962C8B-B14F-4D97-AF65-F5344CB8AC3E}">
        <p14:creationId xmlns:p14="http://schemas.microsoft.com/office/powerpoint/2010/main" val="404979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BB0B-5222-A991-32FD-C4E97145FE08}"/>
              </a:ext>
            </a:extLst>
          </p:cNvPr>
          <p:cNvSpPr>
            <a:spLocks noGrp="1"/>
          </p:cNvSpPr>
          <p:nvPr>
            <p:ph type="title"/>
          </p:nvPr>
        </p:nvSpPr>
        <p:spPr/>
        <p:txBody>
          <a:bodyPr/>
          <a:lstStyle/>
          <a:p>
            <a:r>
              <a:rPr lang="en-US">
                <a:ea typeface="+mj-lt"/>
                <a:cs typeface="+mj-lt"/>
              </a:rPr>
              <a:t>Lessons About Cultural Communities</a:t>
            </a:r>
            <a:endParaRPr lang="en-US"/>
          </a:p>
        </p:txBody>
      </p:sp>
      <p:sp>
        <p:nvSpPr>
          <p:cNvPr id="3" name="Content Placeholder 2">
            <a:extLst>
              <a:ext uri="{FF2B5EF4-FFF2-40B4-BE49-F238E27FC236}">
                <a16:creationId xmlns:a16="http://schemas.microsoft.com/office/drawing/2014/main" id="{21194C69-A28F-7E37-41F9-B31B991BE225}"/>
              </a:ext>
            </a:extLst>
          </p:cNvPr>
          <p:cNvSpPr>
            <a:spLocks noGrp="1"/>
          </p:cNvSpPr>
          <p:nvPr>
            <p:ph idx="1"/>
          </p:nvPr>
        </p:nvSpPr>
        <p:spPr/>
        <p:txBody>
          <a:bodyPr vert="horz" lIns="91440" tIns="45720" rIns="91440" bIns="45720" rtlCol="0" anchor="t">
            <a:normAutofit/>
          </a:bodyPr>
          <a:lstStyle/>
          <a:p>
            <a:r>
              <a:rPr lang="en-US"/>
              <a:t>Bellevue College contains a wide group of student including different age range, ethnicity, backgrounds, etc.</a:t>
            </a:r>
          </a:p>
          <a:p>
            <a:r>
              <a:rPr lang="en-US"/>
              <a:t>Bellevue College proceeds with its reputation to be a transfer school for a lot of students.</a:t>
            </a:r>
          </a:p>
          <a:p>
            <a:r>
              <a:rPr lang="en-US" dirty="0"/>
              <a:t>There is a trend of students has decided to continue to stay at Bellevue College and acquire their 4-year degree.</a:t>
            </a:r>
          </a:p>
          <a:p>
            <a:r>
              <a:rPr lang="en-US" dirty="0"/>
              <a:t>Bellevue college is known for its accessible and diverse programs that inspire creativity among students.</a:t>
            </a:r>
          </a:p>
          <a:p>
            <a:pPr marL="0" indent="0">
              <a:buNone/>
            </a:pPr>
            <a:endParaRPr lang="en-US" dirty="0"/>
          </a:p>
          <a:p>
            <a:endParaRPr lang="en-US"/>
          </a:p>
        </p:txBody>
      </p:sp>
      <p:sp>
        <p:nvSpPr>
          <p:cNvPr id="4" name="Date Placeholder 3">
            <a:extLst>
              <a:ext uri="{FF2B5EF4-FFF2-40B4-BE49-F238E27FC236}">
                <a16:creationId xmlns:a16="http://schemas.microsoft.com/office/drawing/2014/main" id="{564F4DD7-D258-1877-9679-F1B1E8B001EB}"/>
              </a:ext>
            </a:extLst>
          </p:cNvPr>
          <p:cNvSpPr>
            <a:spLocks noGrp="1"/>
          </p:cNvSpPr>
          <p:nvPr>
            <p:ph type="dt" sz="half" idx="10"/>
          </p:nvPr>
        </p:nvSpPr>
        <p:spPr/>
        <p:txBody>
          <a:bodyPr/>
          <a:lstStyle/>
          <a:p>
            <a:fld id="{94B23E4D-1852-4F1E-9E6D-44BC7A4E288F}" type="datetime1">
              <a:t>11/23/2025</a:t>
            </a:fld>
            <a:endParaRPr lang="en-US"/>
          </a:p>
        </p:txBody>
      </p:sp>
      <p:sp>
        <p:nvSpPr>
          <p:cNvPr id="5" name="Footer Placeholder 4">
            <a:extLst>
              <a:ext uri="{FF2B5EF4-FFF2-40B4-BE49-F238E27FC236}">
                <a16:creationId xmlns:a16="http://schemas.microsoft.com/office/drawing/2014/main" id="{C47A6CF4-7A41-4EBA-AED8-D6CFCFBAB25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1AC15C1-1A09-B607-BF20-059495340AAE}"/>
              </a:ext>
            </a:extLst>
          </p:cNvPr>
          <p:cNvSpPr>
            <a:spLocks noGrp="1"/>
          </p:cNvSpPr>
          <p:nvPr>
            <p:ph type="sldNum" sz="quarter" idx="12"/>
          </p:nvPr>
        </p:nvSpPr>
        <p:spPr/>
        <p:txBody>
          <a:bodyPr/>
          <a:lstStyle/>
          <a:p>
            <a:fld id="{5E4DE196-8A13-4FF7-A07E-102851959EAB}" type="slidenum">
              <a:rPr lang="en-US" dirty="0"/>
              <a:t>11</a:t>
            </a:fld>
            <a:endParaRPr lang="en-US"/>
          </a:p>
        </p:txBody>
      </p:sp>
    </p:spTree>
    <p:extLst>
      <p:ext uri="{BB962C8B-B14F-4D97-AF65-F5344CB8AC3E}">
        <p14:creationId xmlns:p14="http://schemas.microsoft.com/office/powerpoint/2010/main" val="49926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B4736-3B7D-E32A-98C6-B3F1680884FC}"/>
              </a:ext>
            </a:extLst>
          </p:cNvPr>
          <p:cNvSpPr>
            <a:spLocks noGrp="1"/>
          </p:cNvSpPr>
          <p:nvPr>
            <p:ph type="title"/>
          </p:nvPr>
        </p:nvSpPr>
        <p:spPr/>
        <p:txBody>
          <a:bodyPr/>
          <a:lstStyle/>
          <a:p>
            <a:r>
              <a:rPr lang="en-US">
                <a:ea typeface="+mj-lt"/>
                <a:cs typeface="+mj-lt"/>
              </a:rPr>
              <a:t>What You Discovered Along the Way</a:t>
            </a:r>
            <a:endParaRPr lang="en-US"/>
          </a:p>
        </p:txBody>
      </p:sp>
      <p:sp>
        <p:nvSpPr>
          <p:cNvPr id="3" name="Content Placeholder 2">
            <a:extLst>
              <a:ext uri="{FF2B5EF4-FFF2-40B4-BE49-F238E27FC236}">
                <a16:creationId xmlns:a16="http://schemas.microsoft.com/office/drawing/2014/main" id="{A27E5598-A685-C3EA-9A64-3CF197B6D533}"/>
              </a:ext>
            </a:extLst>
          </p:cNvPr>
          <p:cNvSpPr>
            <a:spLocks noGrp="1"/>
          </p:cNvSpPr>
          <p:nvPr>
            <p:ph idx="1"/>
          </p:nvPr>
        </p:nvSpPr>
        <p:spPr/>
        <p:txBody>
          <a:bodyPr vert="horz" lIns="91440" tIns="45720" rIns="91440" bIns="45720" rtlCol="0" anchor="t">
            <a:normAutofit/>
          </a:bodyPr>
          <a:lstStyle/>
          <a:p>
            <a:r>
              <a:rPr lang="en-US" dirty="0"/>
              <a:t>We discovered several necessities and uncertainties among prospective students who were searching and comparing colleges.</a:t>
            </a:r>
          </a:p>
          <a:p>
            <a:r>
              <a:rPr lang="en-US" dirty="0"/>
              <a:t>We also discovered point of views among the students and the administrators when trying to solve the question of further college education difficulties.</a:t>
            </a:r>
          </a:p>
        </p:txBody>
      </p:sp>
      <p:sp>
        <p:nvSpPr>
          <p:cNvPr id="4" name="Date Placeholder 3">
            <a:extLst>
              <a:ext uri="{FF2B5EF4-FFF2-40B4-BE49-F238E27FC236}">
                <a16:creationId xmlns:a16="http://schemas.microsoft.com/office/drawing/2014/main" id="{E96695B8-478C-9D9C-BF83-0B687EBC1DFA}"/>
              </a:ext>
            </a:extLst>
          </p:cNvPr>
          <p:cNvSpPr>
            <a:spLocks noGrp="1"/>
          </p:cNvSpPr>
          <p:nvPr>
            <p:ph type="dt" sz="half" idx="10"/>
          </p:nvPr>
        </p:nvSpPr>
        <p:spPr/>
        <p:txBody>
          <a:bodyPr/>
          <a:lstStyle/>
          <a:p>
            <a:fld id="{00F23188-9B43-41F0-A59E-E3A9E7C0756C}" type="datetime1">
              <a:t>11/23/2025</a:t>
            </a:fld>
            <a:endParaRPr lang="en-US"/>
          </a:p>
        </p:txBody>
      </p:sp>
      <p:sp>
        <p:nvSpPr>
          <p:cNvPr id="5" name="Footer Placeholder 4">
            <a:extLst>
              <a:ext uri="{FF2B5EF4-FFF2-40B4-BE49-F238E27FC236}">
                <a16:creationId xmlns:a16="http://schemas.microsoft.com/office/drawing/2014/main" id="{0C257188-8B83-6222-D995-656C35BC84B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DB695DAE-AA5C-99FD-9005-48B4AACAC7CB}"/>
              </a:ext>
            </a:extLst>
          </p:cNvPr>
          <p:cNvSpPr>
            <a:spLocks noGrp="1"/>
          </p:cNvSpPr>
          <p:nvPr>
            <p:ph type="sldNum" sz="quarter" idx="12"/>
          </p:nvPr>
        </p:nvSpPr>
        <p:spPr/>
        <p:txBody>
          <a:bodyPr/>
          <a:lstStyle/>
          <a:p>
            <a:fld id="{5E4DE196-8A13-4FF7-A07E-102851959EAB}" type="slidenum">
              <a:rPr lang="en-US" dirty="0"/>
              <a:t>12</a:t>
            </a:fld>
            <a:endParaRPr lang="en-US"/>
          </a:p>
        </p:txBody>
      </p:sp>
    </p:spTree>
    <p:extLst>
      <p:ext uri="{BB962C8B-B14F-4D97-AF65-F5344CB8AC3E}">
        <p14:creationId xmlns:p14="http://schemas.microsoft.com/office/powerpoint/2010/main" val="779773503"/>
      </p:ext>
    </p:extLst>
  </p:cSld>
  <p:clrMapOvr>
    <a:masterClrMapping/>
  </p:clrMapOvr>
</p:sld>
</file>

<file path=ppt/theme/theme1.xml><?xml version="1.0" encoding="utf-8"?>
<a:theme xmlns:a="http://schemas.openxmlformats.org/drawingml/2006/main" name="BohoVogueVTI">
  <a:themeElements>
    <a:clrScheme name="BohoVogueVTI">
      <a:dk1>
        <a:sysClr val="windowText" lastClr="000000"/>
      </a:dk1>
      <a:lt1>
        <a:sysClr val="window" lastClr="FFFFFF"/>
      </a:lt1>
      <a:dk2>
        <a:srgbClr val="35403A"/>
      </a:dk2>
      <a:lt2>
        <a:srgbClr val="F1EFEB"/>
      </a:lt2>
      <a:accent1>
        <a:srgbClr val="9E8B50"/>
      </a:accent1>
      <a:accent2>
        <a:srgbClr val="D5966B"/>
      </a:accent2>
      <a:accent3>
        <a:srgbClr val="9BA6BB"/>
      </a:accent3>
      <a:accent4>
        <a:srgbClr val="869880"/>
      </a:accent4>
      <a:accent5>
        <a:srgbClr val="588267"/>
      </a:accent5>
      <a:accent6>
        <a:srgbClr val="B89C46"/>
      </a:accent6>
      <a:hlink>
        <a:srgbClr val="C77138"/>
      </a:hlink>
      <a:folHlink>
        <a:srgbClr val="589374"/>
      </a:folHlink>
    </a:clrScheme>
    <a:fontScheme name="BohoVogueVTI">
      <a:majorFont>
        <a:latin typeface="Walbaum Display"/>
        <a:ea typeface=""/>
        <a:cs typeface=""/>
      </a:majorFont>
      <a:minorFont>
        <a:latin typeface="Aptos Light"/>
        <a:ea typeface=""/>
        <a:cs typeface=""/>
      </a:minorFont>
    </a:fontScheme>
    <a:fmtScheme name="BohoVogu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ohoVogueVTI" id="{587E0025-A466-4551-A341-1A9F570FDF06}" vid="{F615CBBD-D1BB-4663-887F-92A47C7C6A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12</Slides>
  <Notes>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BohoVogueVTI</vt:lpstr>
      <vt:lpstr>CollegeIns</vt:lpstr>
      <vt:lpstr>Purpose:</vt:lpstr>
      <vt:lpstr>Mission:</vt:lpstr>
      <vt:lpstr>Users &amp; Stakeholders:</vt:lpstr>
      <vt:lpstr>How Will Users Use CollegeIns?</vt:lpstr>
      <vt:lpstr>What Users/ &amp; Owners Achieve From CollegeIns?</vt:lpstr>
      <vt:lpstr>Project Scope</vt:lpstr>
      <vt:lpstr>Main Tasks:</vt:lpstr>
      <vt:lpstr>Form Flow</vt:lpstr>
      <vt:lpstr>Broader Impact &amp; Measurement</vt:lpstr>
      <vt:lpstr>Lessons About Cultural Communities</vt:lpstr>
      <vt:lpstr>What You Discovered Along the Way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48</cp:revision>
  <dcterms:created xsi:type="dcterms:W3CDTF">2025-11-18T22:57:59Z</dcterms:created>
  <dcterms:modified xsi:type="dcterms:W3CDTF">2025-11-23T21:53:12Z</dcterms:modified>
</cp:coreProperties>
</file>